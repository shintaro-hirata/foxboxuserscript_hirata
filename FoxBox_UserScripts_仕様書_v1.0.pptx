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0" r:id="rId6"/>
  </p:sldMasterIdLst>
  <p:notesMasterIdLst>
    <p:notesMasterId r:id="rId17"/>
  </p:notesMasterIdLst>
  <p:sldIdLst>
    <p:sldId id="256" r:id="rId15"/>
    <p:sldId id="257" r:id="rId16"/>
    <p:sldId id="258" r:id="rId14"/>
    <p:sldId id="259" r:id="rId13"/>
    <p:sldId id="260" r:id="rId12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879039-0759-8CDB-3B43-089D2F00B85A}" name="Nakamura, Yoshitaka (FRONTAGE)" initials="YN" userId="S::Yoshitaka.B.Nakamura@sony.com::8f20da86-1cea-469e-b7ed-161312572213" providerId="AD"/>
  <p188:author id="{156AE5AD-1548-E2B2-C199-590D87FFF1DD}" name="Kitada, Yuzu (FRONTAGE)" initials="YK" userId="S::Yuzu.Kitada@sony.com::3249c3d8-3e63-4e66-a9be-744d4dfedb00" providerId="AD"/>
  <p188:author id="{E1E551D5-D867-F3DC-6EDF-9F552FA5A103}" name="Y N" initials="YN" userId="a385a64d977242b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0F3"/>
    <a:srgbClr val="003E8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077A4B-6156-AA76-30E7-2CE2FBD08F0D}" v="2" dt="2026-05-18T12:55:54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348" y="-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2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uhiko Matsuoka" userId="S::matsuoka.y@t2.auto::24ad207b-b5b0-4af4-b3bc-bb9f50789d0c" providerId="AD" clId="Web-{EA077A4B-6156-AA76-30E7-2CE2FBD08F0D}"/>
    <pc:docChg chg="modSld">
      <pc:chgData name="Yasuhiko Matsuoka" userId="S::matsuoka.y@t2.auto::24ad207b-b5b0-4af4-b3bc-bb9f50789d0c" providerId="AD" clId="Web-{EA077A4B-6156-AA76-30E7-2CE2FBD08F0D}" dt="2026-05-18T12:55:54.615" v="1" actId="20577"/>
      <pc:docMkLst>
        <pc:docMk/>
      </pc:docMkLst>
      <pc:sldChg chg="modSp">
        <pc:chgData name="Yasuhiko Matsuoka" userId="S::matsuoka.y@t2.auto::24ad207b-b5b0-4af4-b3bc-bb9f50789d0c" providerId="AD" clId="Web-{EA077A4B-6156-AA76-30E7-2CE2FBD08F0D}" dt="2026-05-18T12:55:54.615" v="1" actId="20577"/>
        <pc:sldMkLst>
          <pc:docMk/>
          <pc:sldMk cId="2678582291" sldId="265"/>
        </pc:sldMkLst>
        <pc:spChg chg="mod">
          <ac:chgData name="Yasuhiko Matsuoka" userId="S::matsuoka.y@t2.auto::24ad207b-b5b0-4af4-b3bc-bb9f50789d0c" providerId="AD" clId="Web-{EA077A4B-6156-AA76-30E7-2CE2FBD08F0D}" dt="2026-05-18T12:55:54.615" v="1" actId="20577"/>
          <ac:spMkLst>
            <pc:docMk/>
            <pc:sldMk cId="2678582291" sldId="265"/>
            <ac:spMk id="19" creationId="{948DF89C-4D94-B3FE-6535-B99D19BDAAFE}"/>
          </ac:spMkLst>
        </pc:spChg>
      </pc:sldChg>
    </pc:docChg>
  </pc:docChgLst>
  <pc:docChgLst>
    <pc:chgData name="Nakamura, Yoshitaka (FRONTAGE)" userId="8f20da86-1cea-469e-b7ed-161312572213" providerId="ADAL" clId="{F5887368-8B3D-5E94-80DF-F6AF8B334E96}"/>
    <pc:docChg chg="undo redo custSel modSld modMainMaster">
      <pc:chgData name="Nakamura, Yoshitaka (FRONTAGE)" userId="8f20da86-1cea-469e-b7ed-161312572213" providerId="ADAL" clId="{F5887368-8B3D-5E94-80DF-F6AF8B334E96}" dt="2026-04-30T02:05:20.012" v="270" actId="1076"/>
      <pc:docMkLst>
        <pc:docMk/>
      </pc:docMkLst>
      <pc:sldChg chg="modSp mod">
        <pc:chgData name="Nakamura, Yoshitaka (FRONTAGE)" userId="8f20da86-1cea-469e-b7ed-161312572213" providerId="ADAL" clId="{F5887368-8B3D-5E94-80DF-F6AF8B334E96}" dt="2026-04-30T02:03:42.273" v="268" actId="20577"/>
        <pc:sldMkLst>
          <pc:docMk/>
          <pc:sldMk cId="1562247285" sldId="256"/>
        </pc:sldMkLst>
        <pc:spChg chg="mod">
          <ac:chgData name="Nakamura, Yoshitaka (FRONTAGE)" userId="8f20da86-1cea-469e-b7ed-161312572213" providerId="ADAL" clId="{F5887368-8B3D-5E94-80DF-F6AF8B334E96}" dt="2026-04-30T02:03:42.273" v="268" actId="20577"/>
          <ac:spMkLst>
            <pc:docMk/>
            <pc:sldMk cId="1562247285" sldId="256"/>
            <ac:spMk id="19" creationId="{90D5BBFE-0266-03D0-778E-BF11F53E2FDC}"/>
          </ac:spMkLst>
        </pc:spChg>
      </pc:sldChg>
      <pc:sldChg chg="addSp modSp mod">
        <pc:chgData name="Nakamura, Yoshitaka (FRONTAGE)" userId="8f20da86-1cea-469e-b7ed-161312572213" providerId="ADAL" clId="{F5887368-8B3D-5E94-80DF-F6AF8B334E96}" dt="2026-04-30T02:05:20.012" v="270" actId="1076"/>
        <pc:sldMkLst>
          <pc:docMk/>
          <pc:sldMk cId="1928594933" sldId="258"/>
        </pc:sldMkLst>
        <pc:picChg chg="add mod">
          <ac:chgData name="Nakamura, Yoshitaka (FRONTAGE)" userId="8f20da86-1cea-469e-b7ed-161312572213" providerId="ADAL" clId="{F5887368-8B3D-5E94-80DF-F6AF8B334E96}" dt="2026-04-30T02:05:20.012" v="270" actId="1076"/>
          <ac:picMkLst>
            <pc:docMk/>
            <pc:sldMk cId="1928594933" sldId="258"/>
            <ac:picMk id="2" creationId="{DDE183F1-A368-C9D4-C400-011519E80E3B}"/>
          </ac:picMkLst>
        </pc:picChg>
      </pc:sldChg>
      <pc:sldChg chg="addSp delSp modSp mod">
        <pc:chgData name="Nakamura, Yoshitaka (FRONTAGE)" userId="8f20da86-1cea-469e-b7ed-161312572213" providerId="ADAL" clId="{F5887368-8B3D-5E94-80DF-F6AF8B334E96}" dt="2026-04-30T02:03:01.461" v="263" actId="18131"/>
        <pc:sldMkLst>
          <pc:docMk/>
          <pc:sldMk cId="3053114560" sldId="273"/>
        </pc:sldMkLst>
        <pc:picChg chg="add del mod modCrop">
          <ac:chgData name="Nakamura, Yoshitaka (FRONTAGE)" userId="8f20da86-1cea-469e-b7ed-161312572213" providerId="ADAL" clId="{F5887368-8B3D-5E94-80DF-F6AF8B334E96}" dt="2026-04-30T02:02:52.513" v="261" actId="167"/>
          <ac:picMkLst>
            <pc:docMk/>
            <pc:sldMk cId="3053114560" sldId="273"/>
            <ac:picMk id="5" creationId="{81AA7EF1-D9B6-E653-1CF2-D4898308720F}"/>
          </ac:picMkLst>
        </pc:picChg>
        <pc:picChg chg="add del mod">
          <ac:chgData name="Nakamura, Yoshitaka (FRONTAGE)" userId="8f20da86-1cea-469e-b7ed-161312572213" providerId="ADAL" clId="{F5887368-8B3D-5E94-80DF-F6AF8B334E96}" dt="2026-04-30T02:02:53.131" v="262" actId="21"/>
          <ac:picMkLst>
            <pc:docMk/>
            <pc:sldMk cId="3053114560" sldId="273"/>
            <ac:picMk id="6" creationId="{C5C06A18-BA24-DE80-E6A4-788A0D96DEA9}"/>
          </ac:picMkLst>
        </pc:picChg>
        <pc:picChg chg="add del mod modCrop">
          <ac:chgData name="Nakamura, Yoshitaka (FRONTAGE)" userId="8f20da86-1cea-469e-b7ed-161312572213" providerId="ADAL" clId="{F5887368-8B3D-5E94-80DF-F6AF8B334E96}" dt="2026-04-30T02:03:01.461" v="263" actId="18131"/>
          <ac:picMkLst>
            <pc:docMk/>
            <pc:sldMk cId="3053114560" sldId="273"/>
            <ac:picMk id="24" creationId="{CF14463F-CC24-5BF7-CA66-693860BD2694}"/>
          </ac:picMkLst>
        </pc:picChg>
      </pc:sldChg>
      <pc:sldChg chg="addSp delSp modSp mod">
        <pc:chgData name="Nakamura, Yoshitaka (FRONTAGE)" userId="8f20da86-1cea-469e-b7ed-161312572213" providerId="ADAL" clId="{F5887368-8B3D-5E94-80DF-F6AF8B334E96}" dt="2026-04-30T02:00:47.514" v="193" actId="167"/>
        <pc:sldMkLst>
          <pc:docMk/>
          <pc:sldMk cId="3247600149" sldId="280"/>
        </pc:sldMkLst>
        <pc:picChg chg="mod">
          <ac:chgData name="Nakamura, Yoshitaka (FRONTAGE)" userId="8f20da86-1cea-469e-b7ed-161312572213" providerId="ADAL" clId="{F5887368-8B3D-5E94-80DF-F6AF8B334E96}" dt="2026-04-30T02:00:26.315" v="185" actId="167"/>
          <ac:picMkLst>
            <pc:docMk/>
            <pc:sldMk cId="3247600149" sldId="280"/>
            <ac:picMk id="6" creationId="{D8676D43-438A-0C66-70E9-8D6DEB499957}"/>
          </ac:picMkLst>
        </pc:picChg>
        <pc:picChg chg="add mod modCrop">
          <ac:chgData name="Nakamura, Yoshitaka (FRONTAGE)" userId="8f20da86-1cea-469e-b7ed-161312572213" providerId="ADAL" clId="{F5887368-8B3D-5E94-80DF-F6AF8B334E96}" dt="2026-04-30T02:00:47.514" v="193" actId="167"/>
          <ac:picMkLst>
            <pc:docMk/>
            <pc:sldMk cId="3247600149" sldId="280"/>
            <ac:picMk id="19" creationId="{9F7DED4C-28D3-5D66-2AFE-799E98C4C31A}"/>
          </ac:picMkLst>
        </pc:picChg>
        <pc:picChg chg="add del">
          <ac:chgData name="Nakamura, Yoshitaka (FRONTAGE)" userId="8f20da86-1cea-469e-b7ed-161312572213" providerId="ADAL" clId="{F5887368-8B3D-5E94-80DF-F6AF8B334E96}" dt="2026-04-30T02:00:33.854" v="190" actId="21"/>
          <ac:picMkLst>
            <pc:docMk/>
            <pc:sldMk cId="3247600149" sldId="280"/>
            <ac:picMk id="24" creationId="{61ABA3F7-EEE6-32E8-4E0C-7BF353D2BA8E}"/>
          </ac:picMkLst>
        </pc:picChg>
      </pc:sldChg>
      <pc:sldChg chg="addSp delSp modSp mod">
        <pc:chgData name="Nakamura, Yoshitaka (FRONTAGE)" userId="8f20da86-1cea-469e-b7ed-161312572213" providerId="ADAL" clId="{F5887368-8B3D-5E94-80DF-F6AF8B334E96}" dt="2026-04-30T01:59:00.515" v="153" actId="21"/>
        <pc:sldMkLst>
          <pc:docMk/>
          <pc:sldMk cId="3685698404" sldId="290"/>
        </pc:sldMkLst>
        <pc:picChg chg="add del mod">
          <ac:chgData name="Nakamura, Yoshitaka (FRONTAGE)" userId="8f20da86-1cea-469e-b7ed-161312572213" providerId="ADAL" clId="{F5887368-8B3D-5E94-80DF-F6AF8B334E96}" dt="2026-04-30T01:58:59.206" v="150" actId="21"/>
          <ac:picMkLst>
            <pc:docMk/>
            <pc:sldMk cId="3685698404" sldId="290"/>
            <ac:picMk id="3" creationId="{8C504E01-DE01-3BCF-73BC-44B7BE2683A7}"/>
          </ac:picMkLst>
        </pc:picChg>
        <pc:picChg chg="add mod">
          <ac:chgData name="Nakamura, Yoshitaka (FRONTAGE)" userId="8f20da86-1cea-469e-b7ed-161312572213" providerId="ADAL" clId="{F5887368-8B3D-5E94-80DF-F6AF8B334E96}" dt="2026-04-30T01:58:59.930" v="152"/>
          <ac:picMkLst>
            <pc:docMk/>
            <pc:sldMk cId="3685698404" sldId="290"/>
            <ac:picMk id="5" creationId="{906FEB43-CE27-8E29-345E-61602D79568E}"/>
          </ac:picMkLst>
        </pc:picChg>
        <pc:picChg chg="del mod">
          <ac:chgData name="Nakamura, Yoshitaka (FRONTAGE)" userId="8f20da86-1cea-469e-b7ed-161312572213" providerId="ADAL" clId="{F5887368-8B3D-5E94-80DF-F6AF8B334E96}" dt="2026-04-30T01:59:00.515" v="153" actId="21"/>
          <ac:picMkLst>
            <pc:docMk/>
            <pc:sldMk cId="3685698404" sldId="290"/>
            <ac:picMk id="7" creationId="{7AF691B1-D83B-1001-31C9-780CF3E9F0E8}"/>
          </ac:picMkLst>
        </pc:picChg>
      </pc:sldChg>
      <pc:sldChg chg="addSp delSp modSp mod">
        <pc:chgData name="Nakamura, Yoshitaka (FRONTAGE)" userId="8f20da86-1cea-469e-b7ed-161312572213" providerId="ADAL" clId="{F5887368-8B3D-5E94-80DF-F6AF8B334E96}" dt="2026-04-30T01:58:56.536" v="148" actId="21"/>
        <pc:sldMkLst>
          <pc:docMk/>
          <pc:sldMk cId="2090810788" sldId="291"/>
        </pc:sldMkLst>
        <pc:picChg chg="del mod">
          <ac:chgData name="Nakamura, Yoshitaka (FRONTAGE)" userId="8f20da86-1cea-469e-b7ed-161312572213" providerId="ADAL" clId="{F5887368-8B3D-5E94-80DF-F6AF8B334E96}" dt="2026-04-30T01:58:56.536" v="148" actId="21"/>
          <ac:picMkLst>
            <pc:docMk/>
            <pc:sldMk cId="2090810788" sldId="291"/>
            <ac:picMk id="4" creationId="{3EAE9D9B-57E1-A118-CDEF-875898ECF673}"/>
          </ac:picMkLst>
        </pc:picChg>
        <pc:picChg chg="add del mod">
          <ac:chgData name="Nakamura, Yoshitaka (FRONTAGE)" userId="8f20da86-1cea-469e-b7ed-161312572213" providerId="ADAL" clId="{F5887368-8B3D-5E94-80DF-F6AF8B334E96}" dt="2026-04-30T01:58:54.932" v="145" actId="21"/>
          <ac:picMkLst>
            <pc:docMk/>
            <pc:sldMk cId="2090810788" sldId="291"/>
            <ac:picMk id="5" creationId="{D2F70F74-40C8-8047-5A50-89D682D92B4D}"/>
          </ac:picMkLst>
        </pc:picChg>
        <pc:picChg chg="add mod">
          <ac:chgData name="Nakamura, Yoshitaka (FRONTAGE)" userId="8f20da86-1cea-469e-b7ed-161312572213" providerId="ADAL" clId="{F5887368-8B3D-5E94-80DF-F6AF8B334E96}" dt="2026-04-30T01:58:55.903" v="147"/>
          <ac:picMkLst>
            <pc:docMk/>
            <pc:sldMk cId="2090810788" sldId="291"/>
            <ac:picMk id="6" creationId="{9AF1A180-4FE9-77BF-DA35-6CF6827EDE36}"/>
          </ac:picMkLst>
        </pc:picChg>
      </pc:sldChg>
      <pc:sldChg chg="addSp delSp modSp mod">
        <pc:chgData name="Nakamura, Yoshitaka (FRONTAGE)" userId="8f20da86-1cea-469e-b7ed-161312572213" providerId="ADAL" clId="{F5887368-8B3D-5E94-80DF-F6AF8B334E96}" dt="2026-04-30T02:01:55.671" v="236" actId="18131"/>
        <pc:sldMkLst>
          <pc:docMk/>
          <pc:sldMk cId="466097932" sldId="294"/>
        </pc:sldMkLst>
        <pc:picChg chg="add mod modCrop">
          <ac:chgData name="Nakamura, Yoshitaka (FRONTAGE)" userId="8f20da86-1cea-469e-b7ed-161312572213" providerId="ADAL" clId="{F5887368-8B3D-5E94-80DF-F6AF8B334E96}" dt="2026-04-30T02:01:55.671" v="236" actId="18131"/>
          <ac:picMkLst>
            <pc:docMk/>
            <pc:sldMk cId="466097932" sldId="294"/>
            <ac:picMk id="8" creationId="{0C597184-4118-18C9-7415-5F5536D84118}"/>
          </ac:picMkLst>
        </pc:picChg>
        <pc:picChg chg="add del">
          <ac:chgData name="Nakamura, Yoshitaka (FRONTAGE)" userId="8f20da86-1cea-469e-b7ed-161312572213" providerId="ADAL" clId="{F5887368-8B3D-5E94-80DF-F6AF8B334E96}" dt="2026-04-30T02:01:55.418" v="233" actId="21"/>
          <ac:picMkLst>
            <pc:docMk/>
            <pc:sldMk cId="466097932" sldId="294"/>
            <ac:picMk id="14" creationId="{0216E69E-379A-4156-AD58-25D3902B8D02}"/>
          </ac:picMkLst>
        </pc:picChg>
        <pc:picChg chg="mod">
          <ac:chgData name="Nakamura, Yoshitaka (FRONTAGE)" userId="8f20da86-1cea-469e-b7ed-161312572213" providerId="ADAL" clId="{F5887368-8B3D-5E94-80DF-F6AF8B334E96}" dt="2026-04-30T02:01:17.340" v="210" actId="167"/>
          <ac:picMkLst>
            <pc:docMk/>
            <pc:sldMk cId="466097932" sldId="294"/>
            <ac:picMk id="16" creationId="{9DA34F84-62EF-1911-48C1-B0F5076E5DDB}"/>
          </ac:picMkLst>
        </pc:picChg>
      </pc:sldChg>
      <pc:sldChg chg="addSp delSp modSp mod">
        <pc:chgData name="Nakamura, Yoshitaka (FRONTAGE)" userId="8f20da86-1cea-469e-b7ed-161312572213" providerId="ADAL" clId="{F5887368-8B3D-5E94-80DF-F6AF8B334E96}" dt="2026-04-30T01:57:36.918" v="72" actId="21"/>
        <pc:sldMkLst>
          <pc:docMk/>
          <pc:sldMk cId="3028001200" sldId="295"/>
        </pc:sldMkLst>
        <pc:picChg chg="add del mod">
          <ac:chgData name="Nakamura, Yoshitaka (FRONTAGE)" userId="8f20da86-1cea-469e-b7ed-161312572213" providerId="ADAL" clId="{F5887368-8B3D-5E94-80DF-F6AF8B334E96}" dt="2026-04-30T01:57:35.249" v="69" actId="21"/>
          <ac:picMkLst>
            <pc:docMk/>
            <pc:sldMk cId="3028001200" sldId="295"/>
            <ac:picMk id="4" creationId="{98D0E028-D8C8-62FB-5DA3-6AB8C47AAA77}"/>
          </ac:picMkLst>
        </pc:picChg>
        <pc:picChg chg="del mod">
          <ac:chgData name="Nakamura, Yoshitaka (FRONTAGE)" userId="8f20da86-1cea-469e-b7ed-161312572213" providerId="ADAL" clId="{F5887368-8B3D-5E94-80DF-F6AF8B334E96}" dt="2026-04-30T01:57:36.918" v="72" actId="21"/>
          <ac:picMkLst>
            <pc:docMk/>
            <pc:sldMk cId="3028001200" sldId="295"/>
            <ac:picMk id="7" creationId="{E096F921-1A84-62D7-FCD4-37BD9184400C}"/>
          </ac:picMkLst>
        </pc:picChg>
        <pc:picChg chg="add mod">
          <ac:chgData name="Nakamura, Yoshitaka (FRONTAGE)" userId="8f20da86-1cea-469e-b7ed-161312572213" providerId="ADAL" clId="{F5887368-8B3D-5E94-80DF-F6AF8B334E96}" dt="2026-04-30T01:57:35.981" v="71"/>
          <ac:picMkLst>
            <pc:docMk/>
            <pc:sldMk cId="3028001200" sldId="295"/>
            <ac:picMk id="8" creationId="{81528A23-9059-8D6C-A13C-5D1FB8E933E1}"/>
          </ac:picMkLst>
        </pc:picChg>
      </pc:sldChg>
      <pc:sldChg chg="addSp delSp modSp mod">
        <pc:chgData name="Nakamura, Yoshitaka (FRONTAGE)" userId="8f20da86-1cea-469e-b7ed-161312572213" providerId="ADAL" clId="{F5887368-8B3D-5E94-80DF-F6AF8B334E96}" dt="2026-04-30T02:01:04.102" v="205" actId="21"/>
        <pc:sldMkLst>
          <pc:docMk/>
          <pc:sldMk cId="2117429699" sldId="296"/>
        </pc:sldMkLst>
        <pc:picChg chg="add del mod">
          <ac:chgData name="Nakamura, Yoshitaka (FRONTAGE)" userId="8f20da86-1cea-469e-b7ed-161312572213" providerId="ADAL" clId="{F5887368-8B3D-5E94-80DF-F6AF8B334E96}" dt="2026-04-30T01:58:25.703" v="129" actId="21"/>
          <ac:picMkLst>
            <pc:docMk/>
            <pc:sldMk cId="2117429699" sldId="296"/>
            <ac:picMk id="2" creationId="{E00C14E3-FAD9-479C-6ACB-E69F0F79722C}"/>
          </ac:picMkLst>
        </pc:picChg>
        <pc:picChg chg="del mod">
          <ac:chgData name="Nakamura, Yoshitaka (FRONTAGE)" userId="8f20da86-1cea-469e-b7ed-161312572213" providerId="ADAL" clId="{F5887368-8B3D-5E94-80DF-F6AF8B334E96}" dt="2026-04-30T01:58:29.849" v="132" actId="21"/>
          <ac:picMkLst>
            <pc:docMk/>
            <pc:sldMk cId="2117429699" sldId="296"/>
            <ac:picMk id="3" creationId="{C526930B-A124-67E6-FED3-9145C973ABFF}"/>
          </ac:picMkLst>
        </pc:picChg>
        <pc:picChg chg="add mod">
          <ac:chgData name="Nakamura, Yoshitaka (FRONTAGE)" userId="8f20da86-1cea-469e-b7ed-161312572213" providerId="ADAL" clId="{F5887368-8B3D-5E94-80DF-F6AF8B334E96}" dt="2026-04-30T01:58:27.002" v="131"/>
          <ac:picMkLst>
            <pc:docMk/>
            <pc:sldMk cId="2117429699" sldId="296"/>
            <ac:picMk id="4" creationId="{6BE5BBC4-100A-A75A-8B5B-53E5F5DAE4A4}"/>
          </ac:picMkLst>
        </pc:picChg>
        <pc:picChg chg="add del mod">
          <ac:chgData name="Nakamura, Yoshitaka (FRONTAGE)" userId="8f20da86-1cea-469e-b7ed-161312572213" providerId="ADAL" clId="{F5887368-8B3D-5E94-80DF-F6AF8B334E96}" dt="2026-04-30T02:01:04.102" v="205" actId="21"/>
          <ac:picMkLst>
            <pc:docMk/>
            <pc:sldMk cId="2117429699" sldId="296"/>
            <ac:picMk id="6" creationId="{58116144-8D79-61E3-8FC3-2BC646593E8A}"/>
          </ac:picMkLst>
        </pc:picChg>
      </pc:sldChg>
      <pc:sldChg chg="addSp delSp modSp mod">
        <pc:chgData name="Nakamura, Yoshitaka (FRONTAGE)" userId="8f20da86-1cea-469e-b7ed-161312572213" providerId="ADAL" clId="{F5887368-8B3D-5E94-80DF-F6AF8B334E96}" dt="2026-04-30T01:59:33.322" v="160" actId="21"/>
        <pc:sldMkLst>
          <pc:docMk/>
          <pc:sldMk cId="1457859709" sldId="307"/>
        </pc:sldMkLst>
        <pc:spChg chg="add del mod">
          <ac:chgData name="Nakamura, Yoshitaka (FRONTAGE)" userId="8f20da86-1cea-469e-b7ed-161312572213" providerId="ADAL" clId="{F5887368-8B3D-5E94-80DF-F6AF8B334E96}" dt="2026-04-30T01:59:33.322" v="160" actId="21"/>
          <ac:spMkLst>
            <pc:docMk/>
            <pc:sldMk cId="1457859709" sldId="307"/>
            <ac:spMk id="10" creationId="{F4003F46-6748-9629-A24B-DFD8DFF11B0E}"/>
          </ac:spMkLst>
        </pc:spChg>
        <pc:picChg chg="del mod">
          <ac:chgData name="Nakamura, Yoshitaka (FRONTAGE)" userId="8f20da86-1cea-469e-b7ed-161312572213" providerId="ADAL" clId="{F5887368-8B3D-5E94-80DF-F6AF8B334E96}" dt="2026-04-30T01:58:02.950" v="108" actId="21"/>
          <ac:picMkLst>
            <pc:docMk/>
            <pc:sldMk cId="1457859709" sldId="307"/>
            <ac:picMk id="4" creationId="{84CFF461-B8BE-1E13-3453-F16DE8D94C59}"/>
          </ac:picMkLst>
        </pc:picChg>
        <pc:picChg chg="add del mod">
          <ac:chgData name="Nakamura, Yoshitaka (FRONTAGE)" userId="8f20da86-1cea-469e-b7ed-161312572213" providerId="ADAL" clId="{F5887368-8B3D-5E94-80DF-F6AF8B334E96}" dt="2026-04-30T01:58:01.157" v="105" actId="21"/>
          <ac:picMkLst>
            <pc:docMk/>
            <pc:sldMk cId="1457859709" sldId="307"/>
            <ac:picMk id="7" creationId="{FF24AF2B-FB1D-CB3C-921E-2A66AA63C1E3}"/>
          </ac:picMkLst>
        </pc:picChg>
        <pc:picChg chg="add mod">
          <ac:chgData name="Nakamura, Yoshitaka (FRONTAGE)" userId="8f20da86-1cea-469e-b7ed-161312572213" providerId="ADAL" clId="{F5887368-8B3D-5E94-80DF-F6AF8B334E96}" dt="2026-04-30T01:58:02.361" v="107"/>
          <ac:picMkLst>
            <pc:docMk/>
            <pc:sldMk cId="1457859709" sldId="307"/>
            <ac:picMk id="8" creationId="{BBBB0B0A-7B9D-95C6-9CA4-999DA6E2E16D}"/>
          </ac:picMkLst>
        </pc:picChg>
      </pc:sldChg>
      <pc:sldMasterChg chg="modSldLayout">
        <pc:chgData name="Nakamura, Yoshitaka (FRONTAGE)" userId="8f20da86-1cea-469e-b7ed-161312572213" providerId="ADAL" clId="{F5887368-8B3D-5E94-80DF-F6AF8B334E96}" dt="2026-04-30T01:59:54.600" v="174" actId="732"/>
        <pc:sldMasterMkLst>
          <pc:docMk/>
          <pc:sldMasterMk cId="1842842656" sldId="2147483660"/>
        </pc:sldMasterMkLst>
        <pc:sldLayoutChg chg="modSp mod">
          <pc:chgData name="Nakamura, Yoshitaka (FRONTAGE)" userId="8f20da86-1cea-469e-b7ed-161312572213" providerId="ADAL" clId="{F5887368-8B3D-5E94-80DF-F6AF8B334E96}" dt="2026-04-30T01:59:54.600" v="174" actId="732"/>
          <pc:sldLayoutMkLst>
            <pc:docMk/>
            <pc:sldMasterMk cId="1842842656" sldId="2147483660"/>
            <pc:sldLayoutMk cId="156034673" sldId="2147483668"/>
          </pc:sldLayoutMkLst>
          <pc:picChg chg="mod modCrop">
            <ac:chgData name="Nakamura, Yoshitaka (FRONTAGE)" userId="8f20da86-1cea-469e-b7ed-161312572213" providerId="ADAL" clId="{F5887368-8B3D-5E94-80DF-F6AF8B334E96}" dt="2026-04-30T01:59:54.600" v="174" actId="732"/>
            <ac:picMkLst>
              <pc:docMk/>
              <pc:sldMasterMk cId="1842842656" sldId="2147483660"/>
              <pc:sldLayoutMk cId="156034673" sldId="2147483668"/>
              <ac:picMk id="4" creationId="{FF52A99A-5B5D-E2E5-CEC7-CC1E593FCE28}"/>
            </ac:picMkLst>
          </pc:pic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3DD98-4AB7-A046-BF8E-F151810414E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81ECD-7A2E-8641-8759-09A355E3E6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211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_Gray">
    <p:bg>
      <p:bgPr>
        <a:solidFill>
          <a:srgbClr val="98A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18">
            <a:extLst>
              <a:ext uri="{FF2B5EF4-FFF2-40B4-BE49-F238E27FC236}">
                <a16:creationId xmlns:a16="http://schemas.microsoft.com/office/drawing/2014/main" id="{A5E100EB-0BB8-DAC3-46FC-0F7CCD2FCD09}"/>
              </a:ext>
            </a:extLst>
          </p:cNvPr>
          <p:cNvSpPr txBox="1">
            <a:spLocks/>
          </p:cNvSpPr>
          <p:nvPr userDrawn="1"/>
        </p:nvSpPr>
        <p:spPr>
          <a:xfrm>
            <a:off x="7915428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26" name="タイトル 4">
            <a:extLst>
              <a:ext uri="{FF2B5EF4-FFF2-40B4-BE49-F238E27FC236}">
                <a16:creationId xmlns:a16="http://schemas.microsoft.com/office/drawing/2014/main" id="{AC103319-01E7-7387-EE7B-B46BEC6E1D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  <p:sp>
        <p:nvSpPr>
          <p:cNvPr id="27" name="テキスト プレースホルダー 10">
            <a:extLst>
              <a:ext uri="{FF2B5EF4-FFF2-40B4-BE49-F238E27FC236}">
                <a16:creationId xmlns:a16="http://schemas.microsoft.com/office/drawing/2014/main" id="{45EC1444-2F49-C128-344E-649FDF584D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63B09774-032B-AE8A-4570-F70CB13C2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2" name="テキスト プレースホルダー 22">
            <a:extLst>
              <a:ext uri="{FF2B5EF4-FFF2-40B4-BE49-F238E27FC236}">
                <a16:creationId xmlns:a16="http://schemas.microsoft.com/office/drawing/2014/main" id="{211CAEF7-690B-E3FD-402B-7F7DF0E754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17" y="616900"/>
            <a:ext cx="5364505" cy="6796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58BEA33C-866C-52BC-E118-CE9F2FF81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17" y="2062110"/>
            <a:ext cx="508068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4" name="テキスト プレースホルダー 22">
            <a:extLst>
              <a:ext uri="{FF2B5EF4-FFF2-40B4-BE49-F238E27FC236}">
                <a16:creationId xmlns:a16="http://schemas.microsoft.com/office/drawing/2014/main" id="{9D0A5219-1CBF-A96A-93A8-14167786F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617" y="2553672"/>
            <a:ext cx="5080684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5" name="テキスト プレースホルダー 22">
            <a:extLst>
              <a:ext uri="{FF2B5EF4-FFF2-40B4-BE49-F238E27FC236}">
                <a16:creationId xmlns:a16="http://schemas.microsoft.com/office/drawing/2014/main" id="{A6C36F08-6A2C-58C7-F6D2-4AF3E85693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17" y="2995241"/>
            <a:ext cx="5080684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6" name="スライド番号プレースホルダー 39">
            <a:extLst>
              <a:ext uri="{FF2B5EF4-FFF2-40B4-BE49-F238E27FC236}">
                <a16:creationId xmlns:a16="http://schemas.microsoft.com/office/drawing/2014/main" id="{7C2E52B5-553F-B9C7-8144-85F09D49E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00" y="4803575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03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rgbClr val="003E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8">
            <a:extLst>
              <a:ext uri="{FF2B5EF4-FFF2-40B4-BE49-F238E27FC236}">
                <a16:creationId xmlns:a16="http://schemas.microsoft.com/office/drawing/2014/main" id="{5F74D6C4-AA8D-137D-45DA-758A1639693E}"/>
              </a:ext>
            </a:extLst>
          </p:cNvPr>
          <p:cNvSpPr txBox="1">
            <a:spLocks/>
          </p:cNvSpPr>
          <p:nvPr userDrawn="1"/>
        </p:nvSpPr>
        <p:spPr>
          <a:xfrm>
            <a:off x="7915428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rgbClr val="EEF0F3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3" name="タイトル 4">
            <a:extLst>
              <a:ext uri="{FF2B5EF4-FFF2-40B4-BE49-F238E27FC236}">
                <a16:creationId xmlns:a16="http://schemas.microsoft.com/office/drawing/2014/main" id="{C603EC3A-EBE9-456D-6296-ABA0E067C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988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843EB00C-4726-26F9-83F3-D11B9E99AE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E48A5BE1-CF84-15E4-478C-3F570FBB23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2" name="テキスト プレースホルダー 22">
            <a:extLst>
              <a:ext uri="{FF2B5EF4-FFF2-40B4-BE49-F238E27FC236}">
                <a16:creationId xmlns:a16="http://schemas.microsoft.com/office/drawing/2014/main" id="{228CCF1A-5B46-92B5-3F3C-BD01256B23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17" y="616900"/>
            <a:ext cx="5364505" cy="6796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92411A69-EC69-EA29-2072-65C6E8C2CB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17" y="2062110"/>
            <a:ext cx="508068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4" name="テキスト プレースホルダー 22">
            <a:extLst>
              <a:ext uri="{FF2B5EF4-FFF2-40B4-BE49-F238E27FC236}">
                <a16:creationId xmlns:a16="http://schemas.microsoft.com/office/drawing/2014/main" id="{5889244D-BDA4-D3A0-2931-B98B9462A1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617" y="2553672"/>
            <a:ext cx="5080684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5" name="テキスト プレースホルダー 22">
            <a:extLst>
              <a:ext uri="{FF2B5EF4-FFF2-40B4-BE49-F238E27FC236}">
                <a16:creationId xmlns:a16="http://schemas.microsoft.com/office/drawing/2014/main" id="{0C7CAE39-69E2-8A0F-D9DC-24F93ADF4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17" y="2995241"/>
            <a:ext cx="5080684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6" name="スライド番号プレースホルダー 39">
            <a:extLst>
              <a:ext uri="{FF2B5EF4-FFF2-40B4-BE49-F238E27FC236}">
                <a16:creationId xmlns:a16="http://schemas.microsoft.com/office/drawing/2014/main" id="{80285D8C-D50A-7B94-F503-6A9D1882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00" y="4803575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3933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_Gray white">
    <p:bg>
      <p:bgPr>
        <a:solidFill>
          <a:srgbClr val="EE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18">
            <a:extLst>
              <a:ext uri="{FF2B5EF4-FFF2-40B4-BE49-F238E27FC236}">
                <a16:creationId xmlns:a16="http://schemas.microsoft.com/office/drawing/2014/main" id="{859B7336-CBA7-BB7D-00EF-A69BDCD97B60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1E93E127-6B64-0497-C994-27D8D2508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B84D6169-1BFC-5B53-2A3C-48F62D86C2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2" name="テキスト プレースホルダー 22">
            <a:extLst>
              <a:ext uri="{FF2B5EF4-FFF2-40B4-BE49-F238E27FC236}">
                <a16:creationId xmlns:a16="http://schemas.microsoft.com/office/drawing/2014/main" id="{A3B6B713-85B5-1AE5-4CCE-B365B8542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17" y="616900"/>
            <a:ext cx="5364505" cy="6796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4" name="テキスト プレースホルダー 22">
            <a:extLst>
              <a:ext uri="{FF2B5EF4-FFF2-40B4-BE49-F238E27FC236}">
                <a16:creationId xmlns:a16="http://schemas.microsoft.com/office/drawing/2014/main" id="{69D7D552-ACEB-57AF-10B6-A2C83FD214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17" y="2062110"/>
            <a:ext cx="508068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5" name="テキスト プレースホルダー 22">
            <a:extLst>
              <a:ext uri="{FF2B5EF4-FFF2-40B4-BE49-F238E27FC236}">
                <a16:creationId xmlns:a16="http://schemas.microsoft.com/office/drawing/2014/main" id="{64CEC938-F7DF-31E2-3A89-C383856DF2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617" y="2553672"/>
            <a:ext cx="5080684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6" name="テキスト プレースホルダー 22">
            <a:extLst>
              <a:ext uri="{FF2B5EF4-FFF2-40B4-BE49-F238E27FC236}">
                <a16:creationId xmlns:a16="http://schemas.microsoft.com/office/drawing/2014/main" id="{DCA6D59B-407C-6B1C-586A-E2E7A42054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17" y="2995241"/>
            <a:ext cx="5080684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7" name="スライド番号プレースホルダー 39">
            <a:extLst>
              <a:ext uri="{FF2B5EF4-FFF2-40B4-BE49-F238E27FC236}">
                <a16:creationId xmlns:a16="http://schemas.microsoft.com/office/drawing/2014/main" id="{DAB1AEA0-74A9-00EA-823A-9698515C5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00" y="4803575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3" name="タイトル 4">
            <a:extLst>
              <a:ext uri="{FF2B5EF4-FFF2-40B4-BE49-F238E27FC236}">
                <a16:creationId xmlns:a16="http://schemas.microsoft.com/office/drawing/2014/main" id="{5B28B067-3CE6-4D0A-14BA-5CEC9FFCE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2000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07563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基本スライド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9DD53AE-DEE4-F6AA-3213-F6556E7DE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FFB60BE0-E11B-4611-2E1C-592490C282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sp>
        <p:nvSpPr>
          <p:cNvPr id="2" name="テキスト プレースホルダー 18">
            <a:extLst>
              <a:ext uri="{FF2B5EF4-FFF2-40B4-BE49-F238E27FC236}">
                <a16:creationId xmlns:a16="http://schemas.microsoft.com/office/drawing/2014/main" id="{0E8CE1DD-7648-1651-C879-D6CCE0BDB277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5" name="スライド番号プレースホルダー 39">
            <a:extLst>
              <a:ext uri="{FF2B5EF4-FFF2-40B4-BE49-F238E27FC236}">
                <a16:creationId xmlns:a16="http://schemas.microsoft.com/office/drawing/2014/main" id="{530307EE-7665-3670-0C31-FB94A5989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24" y="4803574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599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テキスト プレースホルダー 22">
            <a:extLst>
              <a:ext uri="{FF2B5EF4-FFF2-40B4-BE49-F238E27FC236}">
                <a16:creationId xmlns:a16="http://schemas.microsoft.com/office/drawing/2014/main" id="{C5D4203F-0D02-DE93-5C5B-9CED141BD7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17" y="616900"/>
            <a:ext cx="5364505" cy="6796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7" name="テキスト プレースホルダー 22">
            <a:extLst>
              <a:ext uri="{FF2B5EF4-FFF2-40B4-BE49-F238E27FC236}">
                <a16:creationId xmlns:a16="http://schemas.microsoft.com/office/drawing/2014/main" id="{E5910C9A-DE50-96EC-D10E-63C9262ED6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17" y="2062110"/>
            <a:ext cx="508068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8" name="テキスト プレースホルダー 22">
            <a:extLst>
              <a:ext uri="{FF2B5EF4-FFF2-40B4-BE49-F238E27FC236}">
                <a16:creationId xmlns:a16="http://schemas.microsoft.com/office/drawing/2014/main" id="{43A70D79-7C4A-9076-E947-BB30245B56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617" y="2553672"/>
            <a:ext cx="5080684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9" name="テキスト プレースホルダー 22">
            <a:extLst>
              <a:ext uri="{FF2B5EF4-FFF2-40B4-BE49-F238E27FC236}">
                <a16:creationId xmlns:a16="http://schemas.microsoft.com/office/drawing/2014/main" id="{B66FC866-D7BE-BEA5-F509-C4742CAF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17" y="2995241"/>
            <a:ext cx="5080684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10" name="タイトル 4">
            <a:extLst>
              <a:ext uri="{FF2B5EF4-FFF2-40B4-BE49-F238E27FC236}">
                <a16:creationId xmlns:a16="http://schemas.microsoft.com/office/drawing/2014/main" id="{5AF07980-793B-7F2F-DA34-7FDC9EC5D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2000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99644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18">
            <a:extLst>
              <a:ext uri="{FF2B5EF4-FFF2-40B4-BE49-F238E27FC236}">
                <a16:creationId xmlns:a16="http://schemas.microsoft.com/office/drawing/2014/main" id="{9CF7DB7C-6559-DB37-ADE1-DA0115ACE4CB}"/>
              </a:ext>
            </a:extLst>
          </p:cNvPr>
          <p:cNvSpPr txBox="1">
            <a:spLocks/>
          </p:cNvSpPr>
          <p:nvPr userDrawn="1"/>
        </p:nvSpPr>
        <p:spPr>
          <a:xfrm>
            <a:off x="7915428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6" name="タイトル 4">
            <a:extLst>
              <a:ext uri="{FF2B5EF4-FFF2-40B4-BE49-F238E27FC236}">
                <a16:creationId xmlns:a16="http://schemas.microsoft.com/office/drawing/2014/main" id="{B357B4D5-8818-255C-0DFC-F217DBDB3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572C0117-14CF-D0E6-DEDB-FE98F7B912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D39448F9-2127-ADB2-AAF4-CACC2D0C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19" name="テキスト プレースホルダー 22">
            <a:extLst>
              <a:ext uri="{FF2B5EF4-FFF2-40B4-BE49-F238E27FC236}">
                <a16:creationId xmlns:a16="http://schemas.microsoft.com/office/drawing/2014/main" id="{400629FE-0065-0A7D-324D-3591702E6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17" y="616900"/>
            <a:ext cx="5364505" cy="6796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20" name="テキスト プレースホルダー 22">
            <a:extLst>
              <a:ext uri="{FF2B5EF4-FFF2-40B4-BE49-F238E27FC236}">
                <a16:creationId xmlns:a16="http://schemas.microsoft.com/office/drawing/2014/main" id="{A3E5927B-B61E-3CDD-D7C8-A63476524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17" y="2062110"/>
            <a:ext cx="508068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21" name="テキスト プレースホルダー 22">
            <a:extLst>
              <a:ext uri="{FF2B5EF4-FFF2-40B4-BE49-F238E27FC236}">
                <a16:creationId xmlns:a16="http://schemas.microsoft.com/office/drawing/2014/main" id="{707A78AD-73AB-E8DD-6F2C-7408117FB3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617" y="2553672"/>
            <a:ext cx="5080684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22" name="テキスト プレースホルダー 22">
            <a:extLst>
              <a:ext uri="{FF2B5EF4-FFF2-40B4-BE49-F238E27FC236}">
                <a16:creationId xmlns:a16="http://schemas.microsoft.com/office/drawing/2014/main" id="{E02EC43C-7608-471D-B9F9-3D705E9764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17" y="2995241"/>
            <a:ext cx="5080684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23" name="スライド番号プレースホルダー 39">
            <a:extLst>
              <a:ext uri="{FF2B5EF4-FFF2-40B4-BE49-F238E27FC236}">
                <a16:creationId xmlns:a16="http://schemas.microsoft.com/office/drawing/2014/main" id="{99D00F22-AA78-219B-B26F-FFE155085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00" y="4803575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63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スライド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9DD53AE-DEE4-F6AA-3213-F6556E7DE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FFB60BE0-E11B-4611-2E1C-592490C282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sp>
        <p:nvSpPr>
          <p:cNvPr id="2" name="テキスト プレースホルダー 18">
            <a:extLst>
              <a:ext uri="{FF2B5EF4-FFF2-40B4-BE49-F238E27FC236}">
                <a16:creationId xmlns:a16="http://schemas.microsoft.com/office/drawing/2014/main" id="{0E8CE1DD-7648-1651-C879-D6CCE0BDB277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5" name="スライド番号プレースホルダー 39">
            <a:extLst>
              <a:ext uri="{FF2B5EF4-FFF2-40B4-BE49-F238E27FC236}">
                <a16:creationId xmlns:a16="http://schemas.microsoft.com/office/drawing/2014/main" id="{530307EE-7665-3670-0C31-FB94A5989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24" y="4803574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599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888D651-DB83-1300-2346-8B4D7F3F9586}"/>
              </a:ext>
            </a:extLst>
          </p:cNvPr>
          <p:cNvSpPr/>
          <p:nvPr userDrawn="1"/>
        </p:nvSpPr>
        <p:spPr>
          <a:xfrm>
            <a:off x="474706" y="592138"/>
            <a:ext cx="3995694" cy="4140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22">
            <a:extLst>
              <a:ext uri="{FF2B5EF4-FFF2-40B4-BE49-F238E27FC236}">
                <a16:creationId xmlns:a16="http://schemas.microsoft.com/office/drawing/2014/main" id="{6DB2A301-CD60-EBBB-9584-F9DE90E2B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000" y="2146144"/>
            <a:ext cx="315470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2" name="テキスト プレースホルダー 22">
            <a:extLst>
              <a:ext uri="{FF2B5EF4-FFF2-40B4-BE49-F238E27FC236}">
                <a16:creationId xmlns:a16="http://schemas.microsoft.com/office/drawing/2014/main" id="{0E8BA312-9669-FEB2-0855-2FBACBDF5A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000" y="2477078"/>
            <a:ext cx="3154705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3" name="テキスト プレースホルダー 22">
            <a:extLst>
              <a:ext uri="{FF2B5EF4-FFF2-40B4-BE49-F238E27FC236}">
                <a16:creationId xmlns:a16="http://schemas.microsoft.com/office/drawing/2014/main" id="{8D20D6A4-D127-E98E-38B4-5878CD6508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000" y="4474418"/>
            <a:ext cx="3154705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14" name="テキスト プレースホルダー 22">
            <a:extLst>
              <a:ext uri="{FF2B5EF4-FFF2-40B4-BE49-F238E27FC236}">
                <a16:creationId xmlns:a16="http://schemas.microsoft.com/office/drawing/2014/main" id="{51F78DA9-91A5-05BA-338C-7C3270A053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701" y="786072"/>
            <a:ext cx="3245360" cy="11567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</a:t>
            </a:r>
            <a:endParaRPr kumimoji="1" lang="en-US" altLang="ja-JP"/>
          </a:p>
          <a:p>
            <a:pPr lvl="0"/>
            <a:r>
              <a:rPr kumimoji="1" lang="ja-JP" altLang="en-US"/>
              <a:t>目安としてください。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A599F5D-1496-D905-8E84-70695053A1E3}"/>
              </a:ext>
            </a:extLst>
          </p:cNvPr>
          <p:cNvSpPr/>
          <p:nvPr userDrawn="1"/>
        </p:nvSpPr>
        <p:spPr>
          <a:xfrm>
            <a:off x="4669516" y="592138"/>
            <a:ext cx="3995694" cy="4140200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22">
            <a:extLst>
              <a:ext uri="{FF2B5EF4-FFF2-40B4-BE49-F238E27FC236}">
                <a16:creationId xmlns:a16="http://schemas.microsoft.com/office/drawing/2014/main" id="{488D6805-E973-766F-4835-97F74ACAFE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9670" y="2146144"/>
            <a:ext cx="315470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8" name="テキスト プレースホルダー 22">
            <a:extLst>
              <a:ext uri="{FF2B5EF4-FFF2-40B4-BE49-F238E27FC236}">
                <a16:creationId xmlns:a16="http://schemas.microsoft.com/office/drawing/2014/main" id="{BD1E6CD1-A07B-F62C-544D-11345703A8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9670" y="2477078"/>
            <a:ext cx="3154705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9" name="テキスト プレースホルダー 22">
            <a:extLst>
              <a:ext uri="{FF2B5EF4-FFF2-40B4-BE49-F238E27FC236}">
                <a16:creationId xmlns:a16="http://schemas.microsoft.com/office/drawing/2014/main" id="{2167EA99-A312-2647-4F09-B0C2046695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79670" y="4474418"/>
            <a:ext cx="3154705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20" name="テキスト プレースホルダー 22">
            <a:extLst>
              <a:ext uri="{FF2B5EF4-FFF2-40B4-BE49-F238E27FC236}">
                <a16:creationId xmlns:a16="http://schemas.microsoft.com/office/drawing/2014/main" id="{C649E10E-479B-E07F-9894-E62F32101B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81371" y="786072"/>
            <a:ext cx="3245360" cy="11567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</a:t>
            </a:r>
            <a:endParaRPr kumimoji="1" lang="en-US" altLang="ja-JP"/>
          </a:p>
          <a:p>
            <a:pPr lvl="0"/>
            <a:r>
              <a:rPr kumimoji="1" lang="ja-JP" altLang="en-US"/>
              <a:t>目安としてください。</a:t>
            </a:r>
          </a:p>
        </p:txBody>
      </p:sp>
      <p:sp>
        <p:nvSpPr>
          <p:cNvPr id="4" name="タイトル 4">
            <a:extLst>
              <a:ext uri="{FF2B5EF4-FFF2-40B4-BE49-F238E27FC236}">
                <a16:creationId xmlns:a16="http://schemas.microsoft.com/office/drawing/2014/main" id="{0F54BF02-1D0B-C122-1CFE-67FD653F68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2000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65911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スライド_Gray white">
    <p:bg>
      <p:bgPr>
        <a:solidFill>
          <a:srgbClr val="EE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18">
            <a:extLst>
              <a:ext uri="{FF2B5EF4-FFF2-40B4-BE49-F238E27FC236}">
                <a16:creationId xmlns:a16="http://schemas.microsoft.com/office/drawing/2014/main" id="{859B7336-CBA7-BB7D-00EF-A69BDCD97B60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2" name="タイトル 4">
            <a:extLst>
              <a:ext uri="{FF2B5EF4-FFF2-40B4-BE49-F238E27FC236}">
                <a16:creationId xmlns:a16="http://schemas.microsoft.com/office/drawing/2014/main" id="{8AEAB41B-F45C-663D-AA23-FB4D5E97AC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2000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1E93E127-6B64-0497-C994-27D8D2508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B84D6169-1BFC-5B53-2A3C-48F62D86C2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7" name="スライド番号プレースホルダー 39">
            <a:extLst>
              <a:ext uri="{FF2B5EF4-FFF2-40B4-BE49-F238E27FC236}">
                <a16:creationId xmlns:a16="http://schemas.microsoft.com/office/drawing/2014/main" id="{DAB1AEA0-74A9-00EA-823A-9698515C5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00" y="4803575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C44B03-2528-E3ED-C4E7-C400EE825124}"/>
              </a:ext>
            </a:extLst>
          </p:cNvPr>
          <p:cNvSpPr/>
          <p:nvPr userDrawn="1"/>
        </p:nvSpPr>
        <p:spPr>
          <a:xfrm>
            <a:off x="474706" y="592138"/>
            <a:ext cx="3995694" cy="414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プレースホルダー 22">
            <a:extLst>
              <a:ext uri="{FF2B5EF4-FFF2-40B4-BE49-F238E27FC236}">
                <a16:creationId xmlns:a16="http://schemas.microsoft.com/office/drawing/2014/main" id="{69D7D552-ACEB-57AF-10B6-A2C83FD214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000" y="2146144"/>
            <a:ext cx="315470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5" name="テキスト プレースホルダー 22">
            <a:extLst>
              <a:ext uri="{FF2B5EF4-FFF2-40B4-BE49-F238E27FC236}">
                <a16:creationId xmlns:a16="http://schemas.microsoft.com/office/drawing/2014/main" id="{64CEC938-F7DF-31E2-3A89-C383856DF2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000" y="2477078"/>
            <a:ext cx="3154705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6" name="テキスト プレースホルダー 22">
            <a:extLst>
              <a:ext uri="{FF2B5EF4-FFF2-40B4-BE49-F238E27FC236}">
                <a16:creationId xmlns:a16="http://schemas.microsoft.com/office/drawing/2014/main" id="{DCA6D59B-407C-6B1C-586A-E2E7A42054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000" y="4474418"/>
            <a:ext cx="3154705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2" name="テキスト プレースホルダー 22">
            <a:extLst>
              <a:ext uri="{FF2B5EF4-FFF2-40B4-BE49-F238E27FC236}">
                <a16:creationId xmlns:a16="http://schemas.microsoft.com/office/drawing/2014/main" id="{A3B6B713-85B5-1AE5-4CCE-B365B8542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701" y="792930"/>
            <a:ext cx="3245360" cy="1051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</a:t>
            </a:r>
            <a:endParaRPr kumimoji="1" lang="en-US" altLang="ja-JP"/>
          </a:p>
          <a:p>
            <a:pPr lvl="0"/>
            <a:r>
              <a:rPr kumimoji="1" lang="ja-JP" altLang="en-US"/>
              <a:t>目安としてください。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9BA58B2-17A1-AA20-9427-5E9986907D63}"/>
              </a:ext>
            </a:extLst>
          </p:cNvPr>
          <p:cNvSpPr/>
          <p:nvPr userDrawn="1"/>
        </p:nvSpPr>
        <p:spPr>
          <a:xfrm>
            <a:off x="4669516" y="592138"/>
            <a:ext cx="3995694" cy="414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22">
            <a:extLst>
              <a:ext uri="{FF2B5EF4-FFF2-40B4-BE49-F238E27FC236}">
                <a16:creationId xmlns:a16="http://schemas.microsoft.com/office/drawing/2014/main" id="{CC3D1F29-8175-7034-31C0-7FAF43F579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9670" y="2146144"/>
            <a:ext cx="315470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5" name="テキスト プレースホルダー 22">
            <a:extLst>
              <a:ext uri="{FF2B5EF4-FFF2-40B4-BE49-F238E27FC236}">
                <a16:creationId xmlns:a16="http://schemas.microsoft.com/office/drawing/2014/main" id="{E5287679-2970-4F25-53A5-2D6FEE543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9670" y="2477078"/>
            <a:ext cx="3154705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6" name="テキスト プレースホルダー 22">
            <a:extLst>
              <a:ext uri="{FF2B5EF4-FFF2-40B4-BE49-F238E27FC236}">
                <a16:creationId xmlns:a16="http://schemas.microsoft.com/office/drawing/2014/main" id="{FDD05C85-C65A-3896-34C5-91CF3FBC3B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79670" y="4474418"/>
            <a:ext cx="3154705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18" name="テキスト プレースホルダー 22">
            <a:extLst>
              <a:ext uri="{FF2B5EF4-FFF2-40B4-BE49-F238E27FC236}">
                <a16:creationId xmlns:a16="http://schemas.microsoft.com/office/drawing/2014/main" id="{D4407557-EC36-7AE3-370C-7FF6D1DBC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81371" y="792930"/>
            <a:ext cx="3245360" cy="1051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</a:t>
            </a:r>
            <a:endParaRPr kumimoji="1" lang="en-US" altLang="ja-JP"/>
          </a:p>
          <a:p>
            <a:pPr lvl="0"/>
            <a:r>
              <a:rPr kumimoji="1" lang="ja-JP" altLang="en-US"/>
              <a:t>目安としてください。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59028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スライド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18">
            <a:extLst>
              <a:ext uri="{FF2B5EF4-FFF2-40B4-BE49-F238E27FC236}">
                <a16:creationId xmlns:a16="http://schemas.microsoft.com/office/drawing/2014/main" id="{9CF7DB7C-6559-DB37-ADE1-DA0115ACE4CB}"/>
              </a:ext>
            </a:extLst>
          </p:cNvPr>
          <p:cNvSpPr txBox="1">
            <a:spLocks/>
          </p:cNvSpPr>
          <p:nvPr userDrawn="1"/>
        </p:nvSpPr>
        <p:spPr>
          <a:xfrm>
            <a:off x="7915428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6" name="タイトル 4">
            <a:extLst>
              <a:ext uri="{FF2B5EF4-FFF2-40B4-BE49-F238E27FC236}">
                <a16:creationId xmlns:a16="http://schemas.microsoft.com/office/drawing/2014/main" id="{B357B4D5-8818-255C-0DFC-F217DBDB3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44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572C0117-14CF-D0E6-DEDB-FE98F7B912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D39448F9-2127-ADB2-AAF4-CACC2D0C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23" name="スライド番号プレースホルダー 39">
            <a:extLst>
              <a:ext uri="{FF2B5EF4-FFF2-40B4-BE49-F238E27FC236}">
                <a16:creationId xmlns:a16="http://schemas.microsoft.com/office/drawing/2014/main" id="{99D00F22-AA78-219B-B26F-FFE155085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00" y="4803575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32C008-7BE8-9D46-4835-766F4333DA94}"/>
              </a:ext>
            </a:extLst>
          </p:cNvPr>
          <p:cNvSpPr/>
          <p:nvPr userDrawn="1"/>
        </p:nvSpPr>
        <p:spPr>
          <a:xfrm>
            <a:off x="474706" y="592138"/>
            <a:ext cx="3995694" cy="4140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1E28CCB5-9A38-3739-7CF7-07B3485B16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000" y="2146144"/>
            <a:ext cx="315470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4" name="テキスト プレースホルダー 22">
            <a:extLst>
              <a:ext uri="{FF2B5EF4-FFF2-40B4-BE49-F238E27FC236}">
                <a16:creationId xmlns:a16="http://schemas.microsoft.com/office/drawing/2014/main" id="{63CAF197-7B0D-001F-D586-9C5D05996E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000" y="2477078"/>
            <a:ext cx="3154705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5" name="テキスト プレースホルダー 22">
            <a:extLst>
              <a:ext uri="{FF2B5EF4-FFF2-40B4-BE49-F238E27FC236}">
                <a16:creationId xmlns:a16="http://schemas.microsoft.com/office/drawing/2014/main" id="{0AB61CF0-D612-D77E-4625-E86DDC6A17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000" y="4474418"/>
            <a:ext cx="3154705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7" name="テキスト プレースホルダー 22">
            <a:extLst>
              <a:ext uri="{FF2B5EF4-FFF2-40B4-BE49-F238E27FC236}">
                <a16:creationId xmlns:a16="http://schemas.microsoft.com/office/drawing/2014/main" id="{FC4BFBE5-F06D-CC3D-DF15-2B175714ED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701" y="792930"/>
            <a:ext cx="3245360" cy="1051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</a:t>
            </a:r>
            <a:endParaRPr kumimoji="1" lang="en-US" altLang="ja-JP"/>
          </a:p>
          <a:p>
            <a:pPr lvl="0"/>
            <a:r>
              <a:rPr kumimoji="1" lang="ja-JP" altLang="en-US"/>
              <a:t>目安としてください。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F2EFC27-C22C-8914-12D4-35B2BD4856E8}"/>
              </a:ext>
            </a:extLst>
          </p:cNvPr>
          <p:cNvSpPr/>
          <p:nvPr userDrawn="1"/>
        </p:nvSpPr>
        <p:spPr>
          <a:xfrm>
            <a:off x="4669516" y="592138"/>
            <a:ext cx="3995694" cy="4140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22">
            <a:extLst>
              <a:ext uri="{FF2B5EF4-FFF2-40B4-BE49-F238E27FC236}">
                <a16:creationId xmlns:a16="http://schemas.microsoft.com/office/drawing/2014/main" id="{0B3BDCDF-FEED-B8E4-FD72-D9B9700D24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9670" y="2146144"/>
            <a:ext cx="315470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0" name="テキスト プレースホルダー 22">
            <a:extLst>
              <a:ext uri="{FF2B5EF4-FFF2-40B4-BE49-F238E27FC236}">
                <a16:creationId xmlns:a16="http://schemas.microsoft.com/office/drawing/2014/main" id="{007C79D2-1A61-D213-77A4-237766BB18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9670" y="2477078"/>
            <a:ext cx="3154705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1" name="テキスト プレースホルダー 22">
            <a:extLst>
              <a:ext uri="{FF2B5EF4-FFF2-40B4-BE49-F238E27FC236}">
                <a16:creationId xmlns:a16="http://schemas.microsoft.com/office/drawing/2014/main" id="{C6CE5EB1-3F07-AC42-E11D-4599BF74C3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79670" y="4474418"/>
            <a:ext cx="3154705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12" name="テキスト プレースホルダー 22">
            <a:extLst>
              <a:ext uri="{FF2B5EF4-FFF2-40B4-BE49-F238E27FC236}">
                <a16:creationId xmlns:a16="http://schemas.microsoft.com/office/drawing/2014/main" id="{487C5BE4-15DF-C7AA-FCCF-AC500F5F6C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81371" y="792930"/>
            <a:ext cx="3245360" cy="1051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</a:t>
            </a:r>
            <a:endParaRPr kumimoji="1" lang="en-US" altLang="ja-JP"/>
          </a:p>
          <a:p>
            <a:pPr lvl="0"/>
            <a:r>
              <a:rPr kumimoji="1" lang="ja-JP" altLang="en-US"/>
              <a:t>目安としてください。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74754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スライド_Blue">
    <p:bg>
      <p:bgPr>
        <a:solidFill>
          <a:srgbClr val="003E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8">
            <a:extLst>
              <a:ext uri="{FF2B5EF4-FFF2-40B4-BE49-F238E27FC236}">
                <a16:creationId xmlns:a16="http://schemas.microsoft.com/office/drawing/2014/main" id="{5F74D6C4-AA8D-137D-45DA-758A1639693E}"/>
              </a:ext>
            </a:extLst>
          </p:cNvPr>
          <p:cNvSpPr txBox="1">
            <a:spLocks/>
          </p:cNvSpPr>
          <p:nvPr userDrawn="1"/>
        </p:nvSpPr>
        <p:spPr>
          <a:xfrm>
            <a:off x="7915428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rgbClr val="EEF0F3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3" name="タイトル 4">
            <a:extLst>
              <a:ext uri="{FF2B5EF4-FFF2-40B4-BE49-F238E27FC236}">
                <a16:creationId xmlns:a16="http://schemas.microsoft.com/office/drawing/2014/main" id="{C603EC3A-EBE9-456D-6296-ABA0E067C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44" y="236388"/>
            <a:ext cx="4952209" cy="11743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24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柱見出しを入れてください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843EB00C-4726-26F9-83F3-D11B9E99AE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58" y="178970"/>
            <a:ext cx="338348" cy="266900"/>
          </a:xfrm>
          <a:prstGeom prst="rect">
            <a:avLst/>
          </a:prstGeom>
        </p:spPr>
        <p:txBody>
          <a:bodyPr wrap="square" lIns="0" tIns="0" rIns="0" bIns="0" anchor="ctr" anchorCtr="1">
            <a:spAutoFit/>
          </a:bodyPr>
          <a:lstStyle>
            <a:lvl1pPr marL="0" indent="0" algn="l">
              <a:buNone/>
              <a:defRPr sz="1873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E48A5BE1-CF84-15E4-478C-3F570FBB23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6" name="スライド番号プレースホルダー 39">
            <a:extLst>
              <a:ext uri="{FF2B5EF4-FFF2-40B4-BE49-F238E27FC236}">
                <a16:creationId xmlns:a16="http://schemas.microsoft.com/office/drawing/2014/main" id="{80285D8C-D50A-7B94-F503-6A9D1882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00" y="4803575"/>
            <a:ext cx="404579" cy="276620"/>
          </a:xfrm>
          <a:prstGeom prst="rect">
            <a:avLst/>
          </a:prstGeom>
          <a:noFill/>
        </p:spPr>
        <p:txBody>
          <a:bodyPr vert="horz" lIns="0" tIns="0" rIns="0" bIns="0" rtlCol="0" anchor="ctr" anchorCtr="1"/>
          <a:lstStyle>
            <a:lvl1pPr algn="ctr"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4DF09E0-73CC-A14D-AC84-B043F1DC7B0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5760E67-C183-5057-DEE1-97E32D72DCC3}"/>
              </a:ext>
            </a:extLst>
          </p:cNvPr>
          <p:cNvSpPr/>
          <p:nvPr userDrawn="1"/>
        </p:nvSpPr>
        <p:spPr>
          <a:xfrm>
            <a:off x="474706" y="592138"/>
            <a:ext cx="3995694" cy="41402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22">
            <a:extLst>
              <a:ext uri="{FF2B5EF4-FFF2-40B4-BE49-F238E27FC236}">
                <a16:creationId xmlns:a16="http://schemas.microsoft.com/office/drawing/2014/main" id="{F34A29A3-04B2-21CB-3FFC-FB394DDCD6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000" y="2146144"/>
            <a:ext cx="315470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0" name="テキスト プレースホルダー 22">
            <a:extLst>
              <a:ext uri="{FF2B5EF4-FFF2-40B4-BE49-F238E27FC236}">
                <a16:creationId xmlns:a16="http://schemas.microsoft.com/office/drawing/2014/main" id="{ECFAFB55-00E3-D08D-50DA-FEB0CC67E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000" y="2477078"/>
            <a:ext cx="3154705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1" name="テキスト プレースホルダー 22">
            <a:extLst>
              <a:ext uri="{FF2B5EF4-FFF2-40B4-BE49-F238E27FC236}">
                <a16:creationId xmlns:a16="http://schemas.microsoft.com/office/drawing/2014/main" id="{4F01C80B-060A-CC29-F69B-EF759F686B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000" y="4474418"/>
            <a:ext cx="3154705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12" name="テキスト プレースホルダー 22">
            <a:extLst>
              <a:ext uri="{FF2B5EF4-FFF2-40B4-BE49-F238E27FC236}">
                <a16:creationId xmlns:a16="http://schemas.microsoft.com/office/drawing/2014/main" id="{F1D3C333-5DF0-5BE2-24E6-20710DE8F3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701" y="792930"/>
            <a:ext cx="3245360" cy="1051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</a:t>
            </a:r>
            <a:endParaRPr kumimoji="1" lang="en-US" altLang="ja-JP"/>
          </a:p>
          <a:p>
            <a:pPr lvl="0"/>
            <a:r>
              <a:rPr kumimoji="1" lang="ja-JP" altLang="en-US"/>
              <a:t>目安としてください。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F55A65A-BFC6-084E-0402-99A983433E42}"/>
              </a:ext>
            </a:extLst>
          </p:cNvPr>
          <p:cNvSpPr/>
          <p:nvPr userDrawn="1"/>
        </p:nvSpPr>
        <p:spPr>
          <a:xfrm>
            <a:off x="4669516" y="592138"/>
            <a:ext cx="3995694" cy="41402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22">
            <a:extLst>
              <a:ext uri="{FF2B5EF4-FFF2-40B4-BE49-F238E27FC236}">
                <a16:creationId xmlns:a16="http://schemas.microsoft.com/office/drawing/2014/main" id="{254FA54F-E7AB-EA51-661B-AAA9128A75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9670" y="2146144"/>
            <a:ext cx="315470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1199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中見出しは</a:t>
            </a:r>
            <a:r>
              <a:rPr kumimoji="1" lang="en-US" altLang="ja-JP"/>
              <a:t>12pt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8" name="テキスト プレースホルダー 22">
            <a:extLst>
              <a:ext uri="{FF2B5EF4-FFF2-40B4-BE49-F238E27FC236}">
                <a16:creationId xmlns:a16="http://schemas.microsoft.com/office/drawing/2014/main" id="{04B6B25C-2852-B16A-630C-19D47C68C6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9670" y="2477078"/>
            <a:ext cx="3154705" cy="126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8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8pt</a:t>
            </a:r>
            <a:r>
              <a:rPr kumimoji="1" lang="ja-JP" altLang="en-US"/>
              <a:t>を目安としてください。</a:t>
            </a:r>
          </a:p>
        </p:txBody>
      </p:sp>
      <p:sp>
        <p:nvSpPr>
          <p:cNvPr id="19" name="テキスト プレースホルダー 22">
            <a:extLst>
              <a:ext uri="{FF2B5EF4-FFF2-40B4-BE49-F238E27FC236}">
                <a16:creationId xmlns:a16="http://schemas.microsoft.com/office/drawing/2014/main" id="{1BB220DD-6DDF-8FF0-D9DF-40F97B80C2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79670" y="4474418"/>
            <a:ext cx="3154705" cy="7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500" b="0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注釈やキャプションなど、補足事項は本文と混同しないように</a:t>
            </a:r>
            <a:r>
              <a:rPr kumimoji="1" lang="en-US" altLang="ja-JP"/>
              <a:t>5pt</a:t>
            </a:r>
            <a:r>
              <a:rPr kumimoji="1" lang="ja-JP" altLang="en-US"/>
              <a:t>を目安としてください。</a:t>
            </a:r>
            <a:endParaRPr kumimoji="1" lang="en-US" altLang="ja-JP"/>
          </a:p>
        </p:txBody>
      </p:sp>
      <p:sp>
        <p:nvSpPr>
          <p:cNvPr id="20" name="テキスト プレースホルダー 22">
            <a:extLst>
              <a:ext uri="{FF2B5EF4-FFF2-40B4-BE49-F238E27FC236}">
                <a16:creationId xmlns:a16="http://schemas.microsoft.com/office/drawing/2014/main" id="{99B6836E-F7D0-8991-4033-5B78D9AAE7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81371" y="792930"/>
            <a:ext cx="3245360" cy="1051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524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本文テンプレートです。</a:t>
            </a:r>
            <a:endParaRPr kumimoji="1" lang="en-US" altLang="ja-JP"/>
          </a:p>
          <a:p>
            <a:pPr lvl="0"/>
            <a:r>
              <a:rPr kumimoji="1" lang="ja-JP" altLang="en-US"/>
              <a:t>大見出しは</a:t>
            </a:r>
            <a:r>
              <a:rPr kumimoji="1" lang="en-US" altLang="ja-JP"/>
              <a:t>20pt</a:t>
            </a:r>
            <a:r>
              <a:rPr kumimoji="1" lang="ja-JP" altLang="en-US"/>
              <a:t>を</a:t>
            </a:r>
            <a:endParaRPr kumimoji="1" lang="en-US" altLang="ja-JP"/>
          </a:p>
          <a:p>
            <a:pPr lvl="0"/>
            <a:r>
              <a:rPr kumimoji="1" lang="ja-JP" altLang="en-US"/>
              <a:t>目安としてください。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4079564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表紙スライド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道路を走るトラック&#10;&#10;AI 生成コンテンツは誤りを含む可能性があります。">
            <a:extLst>
              <a:ext uri="{FF2B5EF4-FFF2-40B4-BE49-F238E27FC236}">
                <a16:creationId xmlns:a16="http://schemas.microsoft.com/office/drawing/2014/main" id="{CD770956-A219-4619-5860-9782632339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29" y="0"/>
            <a:ext cx="9140141" cy="5143500"/>
          </a:xfrm>
          <a:prstGeom prst="rect">
            <a:avLst/>
          </a:prstGeom>
        </p:spPr>
      </p:pic>
      <p:sp>
        <p:nvSpPr>
          <p:cNvPr id="2" name="テキスト プレースホルダー 18">
            <a:extLst>
              <a:ext uri="{FF2B5EF4-FFF2-40B4-BE49-F238E27FC236}">
                <a16:creationId xmlns:a16="http://schemas.microsoft.com/office/drawing/2014/main" id="{55CE9D74-FF47-56C5-7645-5B2FC5D4ACDF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0" name="テキスト プレースホルダー 13">
            <a:extLst>
              <a:ext uri="{FF2B5EF4-FFF2-40B4-BE49-F238E27FC236}">
                <a16:creationId xmlns:a16="http://schemas.microsoft.com/office/drawing/2014/main" id="{710B240F-A74C-A181-FDAB-7092570201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880" y="4601790"/>
            <a:ext cx="1135156" cy="128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899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YYYY.MM.DD</a:t>
            </a:r>
            <a:endParaRPr kumimoji="1" lang="ja-JP" altLang="en-US"/>
          </a:p>
        </p:txBody>
      </p:sp>
      <p:sp>
        <p:nvSpPr>
          <p:cNvPr id="5" name="テキスト プレースホルダー 13">
            <a:extLst>
              <a:ext uri="{FF2B5EF4-FFF2-40B4-BE49-F238E27FC236}">
                <a16:creationId xmlns:a16="http://schemas.microsoft.com/office/drawing/2014/main" id="{9039B061-329B-A829-3657-F70E4CFE7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765" y="4285240"/>
            <a:ext cx="2687110" cy="21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498" b="1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会社名など</a:t>
            </a:r>
          </a:p>
        </p:txBody>
      </p:sp>
      <p:sp>
        <p:nvSpPr>
          <p:cNvPr id="13" name="テキスト プレースホルダー 22">
            <a:extLst>
              <a:ext uri="{FF2B5EF4-FFF2-40B4-BE49-F238E27FC236}">
                <a16:creationId xmlns:a16="http://schemas.microsoft.com/office/drawing/2014/main" id="{CF0A986D-C63A-2BDC-6538-FDCC61FE07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3121" y="2084224"/>
            <a:ext cx="3222261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375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表紙スライド</a:t>
            </a:r>
            <a:r>
              <a:rPr kumimoji="1" lang="en-US" altLang="ja-JP"/>
              <a:t>A</a:t>
            </a:r>
            <a:r>
              <a:rPr kumimoji="1" lang="ja-JP" altLang="en-US"/>
              <a:t>の</a:t>
            </a:r>
            <a:endParaRPr kumimoji="1" lang="en-US" altLang="ja-JP"/>
          </a:p>
          <a:p>
            <a:pPr lvl="0"/>
            <a:r>
              <a:rPr kumimoji="1" lang="ja-JP" altLang="en-US"/>
              <a:t>タイトルは</a:t>
            </a:r>
            <a:endParaRPr kumimoji="1" lang="en-US" altLang="ja-JP"/>
          </a:p>
          <a:p>
            <a:pPr lvl="0"/>
            <a:r>
              <a:rPr kumimoji="1" lang="en-US" altLang="ja-JP"/>
              <a:t>20</a:t>
            </a:r>
            <a:r>
              <a:rPr kumimoji="1" lang="en" altLang="ja-JP"/>
              <a:t>pt</a:t>
            </a:r>
            <a:r>
              <a:rPr kumimoji="1" lang="ja-JP" altLang="en-US"/>
              <a:t>を目安として</a:t>
            </a:r>
            <a:endParaRPr kumimoji="1" lang="en-US" altLang="ja-JP"/>
          </a:p>
          <a:p>
            <a:pPr lvl="0"/>
            <a:r>
              <a:rPr kumimoji="1" lang="ja-JP" altLang="en-US"/>
              <a:t>ください</a:t>
            </a:r>
          </a:p>
        </p:txBody>
      </p:sp>
    </p:spTree>
    <p:extLst>
      <p:ext uri="{BB962C8B-B14F-4D97-AF65-F5344CB8AC3E}">
        <p14:creationId xmlns:p14="http://schemas.microsoft.com/office/powerpoint/2010/main" val="171788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表紙スライド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F52A99A-5B5D-E2E5-CEC7-CC1E593FCE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561" r="8095" b="17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テキスト プレースホルダー 18">
            <a:extLst>
              <a:ext uri="{FF2B5EF4-FFF2-40B4-BE49-F238E27FC236}">
                <a16:creationId xmlns:a16="http://schemas.microsoft.com/office/drawing/2014/main" id="{55CE9D74-FF47-56C5-7645-5B2FC5D4ACDF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0" name="テキスト プレースホルダー 13">
            <a:extLst>
              <a:ext uri="{FF2B5EF4-FFF2-40B4-BE49-F238E27FC236}">
                <a16:creationId xmlns:a16="http://schemas.microsoft.com/office/drawing/2014/main" id="{710B240F-A74C-A181-FDAB-7092570201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0103" y="4601790"/>
            <a:ext cx="1135156" cy="128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899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YYYY.MM.DD</a:t>
            </a:r>
            <a:endParaRPr kumimoji="1" lang="ja-JP" altLang="en-US"/>
          </a:p>
        </p:txBody>
      </p:sp>
      <p:sp>
        <p:nvSpPr>
          <p:cNvPr id="5" name="テキスト プレースホルダー 13">
            <a:extLst>
              <a:ext uri="{FF2B5EF4-FFF2-40B4-BE49-F238E27FC236}">
                <a16:creationId xmlns:a16="http://schemas.microsoft.com/office/drawing/2014/main" id="{9039B061-329B-A829-3657-F70E4CFE7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00" y="4285240"/>
            <a:ext cx="2687110" cy="21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498" b="1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会社名など</a:t>
            </a:r>
          </a:p>
        </p:txBody>
      </p:sp>
      <p:sp>
        <p:nvSpPr>
          <p:cNvPr id="13" name="テキスト プレースホルダー 22">
            <a:extLst>
              <a:ext uri="{FF2B5EF4-FFF2-40B4-BE49-F238E27FC236}">
                <a16:creationId xmlns:a16="http://schemas.microsoft.com/office/drawing/2014/main" id="{CF0A986D-C63A-2BDC-6538-FDCC61FE07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78921" y="1781732"/>
            <a:ext cx="3222261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375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表紙スライド</a:t>
            </a:r>
            <a:r>
              <a:rPr kumimoji="1" lang="en-US" altLang="ja-JP"/>
              <a:t>A</a:t>
            </a:r>
            <a:r>
              <a:rPr kumimoji="1" lang="ja-JP" altLang="en-US"/>
              <a:t>の</a:t>
            </a:r>
            <a:endParaRPr kumimoji="1" lang="en-US" altLang="ja-JP"/>
          </a:p>
          <a:p>
            <a:pPr lvl="0"/>
            <a:r>
              <a:rPr kumimoji="1" lang="ja-JP" altLang="en-US"/>
              <a:t>タイトルは</a:t>
            </a:r>
            <a:endParaRPr kumimoji="1" lang="en-US" altLang="ja-JP"/>
          </a:p>
          <a:p>
            <a:pPr lvl="0"/>
            <a:r>
              <a:rPr kumimoji="1" lang="en-US" altLang="ja-JP"/>
              <a:t>20</a:t>
            </a:r>
            <a:r>
              <a:rPr kumimoji="1" lang="en" altLang="ja-JP"/>
              <a:t>pt</a:t>
            </a:r>
            <a:r>
              <a:rPr kumimoji="1" lang="ja-JP" altLang="en-US"/>
              <a:t>を目安として</a:t>
            </a:r>
            <a:endParaRPr kumimoji="1" lang="en-US" altLang="ja-JP"/>
          </a:p>
          <a:p>
            <a:pPr lvl="0"/>
            <a:r>
              <a:rPr kumimoji="1" lang="ja-JP" altLang="en-US"/>
              <a:t>ください</a:t>
            </a:r>
          </a:p>
        </p:txBody>
      </p:sp>
    </p:spTree>
    <p:extLst>
      <p:ext uri="{BB962C8B-B14F-4D97-AF65-F5344CB8AC3E}">
        <p14:creationId xmlns:p14="http://schemas.microsoft.com/office/powerpoint/2010/main" val="156034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スライド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CB7AFD3-26B9-65C7-042B-ADC3BF5AE81B}"/>
              </a:ext>
            </a:extLst>
          </p:cNvPr>
          <p:cNvSpPr/>
          <p:nvPr userDrawn="1"/>
        </p:nvSpPr>
        <p:spPr>
          <a:xfrm>
            <a:off x="1" y="0"/>
            <a:ext cx="4572000" cy="5143500"/>
          </a:xfrm>
          <a:prstGeom prst="rect">
            <a:avLst/>
          </a:prstGeom>
          <a:solidFill>
            <a:srgbClr val="003E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12" name="テキスト プレースホルダー 22">
            <a:extLst>
              <a:ext uri="{FF2B5EF4-FFF2-40B4-BE49-F238E27FC236}">
                <a16:creationId xmlns:a16="http://schemas.microsoft.com/office/drawing/2014/main" id="{C43915E9-4894-46F3-D6F9-71BF619AD6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1879252"/>
            <a:ext cx="3600131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375"/>
              </a:spcBef>
              <a:buFontTx/>
              <a:buNone/>
              <a:defRPr sz="2000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表紙スライド</a:t>
            </a:r>
            <a:r>
              <a:rPr kumimoji="1" lang="en-US" altLang="ja-JP"/>
              <a:t>B</a:t>
            </a:r>
            <a:r>
              <a:rPr kumimoji="1" lang="ja-JP" altLang="en-US"/>
              <a:t>の</a:t>
            </a:r>
            <a:endParaRPr kumimoji="1" lang="en-US" altLang="ja-JP"/>
          </a:p>
          <a:p>
            <a:pPr lvl="0"/>
            <a:r>
              <a:rPr kumimoji="1" lang="ja-JP" altLang="en-US"/>
              <a:t>タイトルは</a:t>
            </a:r>
            <a:endParaRPr kumimoji="1" lang="en-US" altLang="ja-JP"/>
          </a:p>
          <a:p>
            <a:pPr lvl="0"/>
            <a:r>
              <a:rPr kumimoji="1" lang="en-US" altLang="ja-JP"/>
              <a:t>20</a:t>
            </a:r>
            <a:r>
              <a:rPr kumimoji="1" lang="en" altLang="ja-JP"/>
              <a:t>pt</a:t>
            </a:r>
            <a:r>
              <a:rPr kumimoji="1" lang="ja-JP" altLang="en-US"/>
              <a:t>を目安として</a:t>
            </a:r>
            <a:endParaRPr kumimoji="1" lang="en-US" altLang="ja-JP"/>
          </a:p>
          <a:p>
            <a:pPr lvl="0"/>
            <a:r>
              <a:rPr kumimoji="1" lang="ja-JP" altLang="en-US"/>
              <a:t>ください</a:t>
            </a:r>
          </a:p>
        </p:txBody>
      </p:sp>
      <p:sp>
        <p:nvSpPr>
          <p:cNvPr id="17" name="テキスト プレースホルダー 22">
            <a:extLst>
              <a:ext uri="{FF2B5EF4-FFF2-40B4-BE49-F238E27FC236}">
                <a16:creationId xmlns:a16="http://schemas.microsoft.com/office/drawing/2014/main" id="{99FD5CE9-AE9C-E8D5-776B-A9A266068D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384269"/>
            <a:ext cx="1505927" cy="2305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98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498" b="1" i="0" spc="75">
                <a:solidFill>
                  <a:schemeClr val="bg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会社名など</a:t>
            </a:r>
          </a:p>
        </p:txBody>
      </p:sp>
      <p:sp>
        <p:nvSpPr>
          <p:cNvPr id="18" name="テキスト プレースホルダー 13">
            <a:extLst>
              <a:ext uri="{FF2B5EF4-FFF2-40B4-BE49-F238E27FC236}">
                <a16:creationId xmlns:a16="http://schemas.microsoft.com/office/drawing/2014/main" id="{463C0E76-4416-32CF-0504-FEAF6EE30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6092" y="413407"/>
            <a:ext cx="1135156" cy="128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899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YYYY.MM.DD</a:t>
            </a:r>
            <a:endParaRPr kumimoji="1" lang="ja-JP" altLang="en-US"/>
          </a:p>
        </p:txBody>
      </p:sp>
      <p:sp>
        <p:nvSpPr>
          <p:cNvPr id="2" name="テキスト プレースホルダー 18">
            <a:extLst>
              <a:ext uri="{FF2B5EF4-FFF2-40B4-BE49-F238E27FC236}">
                <a16:creationId xmlns:a16="http://schemas.microsoft.com/office/drawing/2014/main" id="{70E89340-9353-AB81-D993-D7019965A6B2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09355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スライド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3B42C7D-6D96-2107-45DA-1B60232B4970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3E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>
              <a:solidFill>
                <a:schemeClr val="bg1"/>
              </a:solidFill>
            </a:endParaRPr>
          </a:p>
        </p:txBody>
      </p:sp>
      <p:sp>
        <p:nvSpPr>
          <p:cNvPr id="17" name="テキスト プレースホルダー 18">
            <a:extLst>
              <a:ext uri="{FF2B5EF4-FFF2-40B4-BE49-F238E27FC236}">
                <a16:creationId xmlns:a16="http://schemas.microsoft.com/office/drawing/2014/main" id="{0D01A60C-4CB0-0146-FFE9-2A7E0F27EF74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18" name="テキスト プレースホルダー 22">
            <a:extLst>
              <a:ext uri="{FF2B5EF4-FFF2-40B4-BE49-F238E27FC236}">
                <a16:creationId xmlns:a16="http://schemas.microsoft.com/office/drawing/2014/main" id="{4CD377E4-B22C-C5E9-1871-068061EB7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384269"/>
            <a:ext cx="1505927" cy="2305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98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498" b="1" i="0" spc="75">
                <a:solidFill>
                  <a:schemeClr val="bg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会社名など</a:t>
            </a:r>
          </a:p>
        </p:txBody>
      </p:sp>
      <p:sp>
        <p:nvSpPr>
          <p:cNvPr id="19" name="テキスト プレースホルダー 13">
            <a:extLst>
              <a:ext uri="{FF2B5EF4-FFF2-40B4-BE49-F238E27FC236}">
                <a16:creationId xmlns:a16="http://schemas.microsoft.com/office/drawing/2014/main" id="{0E508C88-DFCF-4139-F87B-B24B85BF6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6092" y="413407"/>
            <a:ext cx="1135156" cy="128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899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YYYY.MM.DD</a:t>
            </a:r>
            <a:endParaRPr kumimoji="1" lang="ja-JP" altLang="en-US"/>
          </a:p>
        </p:txBody>
      </p:sp>
      <p:sp>
        <p:nvSpPr>
          <p:cNvPr id="27" name="テキスト プレースホルダー 18">
            <a:extLst>
              <a:ext uri="{FF2B5EF4-FFF2-40B4-BE49-F238E27FC236}">
                <a16:creationId xmlns:a16="http://schemas.microsoft.com/office/drawing/2014/main" id="{57433F13-DFA9-94FE-96F1-A568D5200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066449"/>
            <a:ext cx="3408305" cy="663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98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表紙スライド</a:t>
            </a:r>
            <a:r>
              <a:rPr kumimoji="1" lang="en-US" altLang="ja-JP"/>
              <a:t>C</a:t>
            </a:r>
            <a:r>
              <a:rPr kumimoji="1" lang="ja-JP" altLang="en-US"/>
              <a:t>のタイトルは</a:t>
            </a:r>
            <a:br>
              <a:rPr kumimoji="1" lang="en-US" altLang="ja-JP"/>
            </a:br>
            <a:r>
              <a:rPr kumimoji="1" lang="en-US" altLang="ja-JP"/>
              <a:t>15pt</a:t>
            </a:r>
            <a:r>
              <a:rPr kumimoji="1" lang="ja-JP" altLang="en-US"/>
              <a:t>を目安としてください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106542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D5DF357-B62B-AA87-BDDA-EF2BA27C117F}"/>
              </a:ext>
            </a:extLst>
          </p:cNvPr>
          <p:cNvSpPr/>
          <p:nvPr userDrawn="1"/>
        </p:nvSpPr>
        <p:spPr>
          <a:xfrm>
            <a:off x="1" y="0"/>
            <a:ext cx="4572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>
              <a:solidFill>
                <a:schemeClr val="bg2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BAC484E-7E2B-40EE-A5BF-A81A1D9AAE7C}"/>
              </a:ext>
            </a:extLst>
          </p:cNvPr>
          <p:cNvSpPr/>
          <p:nvPr userDrawn="1"/>
        </p:nvSpPr>
        <p:spPr>
          <a:xfrm>
            <a:off x="1" y="0"/>
            <a:ext cx="4572000" cy="5143500"/>
          </a:xfrm>
          <a:prstGeom prst="rect">
            <a:avLst/>
          </a:prstGeom>
          <a:solidFill>
            <a:srgbClr val="003E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>
              <a:solidFill>
                <a:schemeClr val="bg2"/>
              </a:solidFill>
            </a:endParaRPr>
          </a:p>
        </p:txBody>
      </p:sp>
      <p:sp>
        <p:nvSpPr>
          <p:cNvPr id="8" name="テキスト プレースホルダー 18">
            <a:extLst>
              <a:ext uri="{FF2B5EF4-FFF2-40B4-BE49-F238E27FC236}">
                <a16:creationId xmlns:a16="http://schemas.microsoft.com/office/drawing/2014/main" id="{1B574BF7-7218-19E8-926E-688B35BA0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067900"/>
            <a:ext cx="3408305" cy="663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98" b="1" i="0" spc="75" baseline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中扉タイトルは</a:t>
            </a:r>
            <a:br>
              <a:rPr kumimoji="1" lang="en-US" altLang="ja-JP"/>
            </a:br>
            <a:r>
              <a:rPr kumimoji="1" lang="en-US" altLang="ja-JP"/>
              <a:t>15pt</a:t>
            </a:r>
            <a:r>
              <a:rPr kumimoji="1" lang="ja-JP" altLang="en-US"/>
              <a:t>を目安としてください</a:t>
            </a:r>
          </a:p>
        </p:txBody>
      </p:sp>
      <p:sp>
        <p:nvSpPr>
          <p:cNvPr id="9" name="テキスト プレースホルダー 14">
            <a:extLst>
              <a:ext uri="{FF2B5EF4-FFF2-40B4-BE49-F238E27FC236}">
                <a16:creationId xmlns:a16="http://schemas.microsoft.com/office/drawing/2014/main" id="{1D069A23-B2C7-26E4-BFD0-EA8CEF09FE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997" y="411956"/>
            <a:ext cx="3159290" cy="2135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4984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2" name="テキスト プレースホルダー 18">
            <a:extLst>
              <a:ext uri="{FF2B5EF4-FFF2-40B4-BE49-F238E27FC236}">
                <a16:creationId xmlns:a16="http://schemas.microsoft.com/office/drawing/2014/main" id="{11809CF9-5A14-C8C7-7E4B-E7AB7D1B850D}"/>
              </a:ext>
            </a:extLst>
          </p:cNvPr>
          <p:cNvSpPr txBox="1">
            <a:spLocks/>
          </p:cNvSpPr>
          <p:nvPr userDrawn="1"/>
        </p:nvSpPr>
        <p:spPr>
          <a:xfrm>
            <a:off x="7927394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4BE706CC-4B38-B124-3D65-4D8F6848A3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3857" y="2058789"/>
            <a:ext cx="3600131" cy="10259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375"/>
              </a:spcBef>
              <a:buFontTx/>
              <a:buNone/>
              <a:defRPr sz="2000" b="1" i="0" spc="75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中扉タイトルは</a:t>
            </a:r>
            <a:endParaRPr kumimoji="1" lang="en-US" altLang="ja-JP"/>
          </a:p>
          <a:p>
            <a:pPr lvl="0"/>
            <a:r>
              <a:rPr kumimoji="1" lang="en-US" altLang="ja-JP"/>
              <a:t>20</a:t>
            </a:r>
            <a:r>
              <a:rPr kumimoji="1" lang="en" altLang="ja-JP"/>
              <a:t>pt</a:t>
            </a:r>
            <a:r>
              <a:rPr kumimoji="1" lang="ja-JP" altLang="en-US"/>
              <a:t>を目安として</a:t>
            </a:r>
            <a:endParaRPr kumimoji="1" lang="en-US" altLang="ja-JP"/>
          </a:p>
          <a:p>
            <a:pPr lvl="0"/>
            <a:r>
              <a:rPr kumimoji="1" lang="ja-JP" altLang="en-US"/>
              <a:t>ください</a:t>
            </a:r>
          </a:p>
        </p:txBody>
      </p:sp>
    </p:spTree>
    <p:extLst>
      <p:ext uri="{BB962C8B-B14F-4D97-AF65-F5344CB8AC3E}">
        <p14:creationId xmlns:p14="http://schemas.microsoft.com/office/powerpoint/2010/main" val="1961243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A6322103-F10C-D63B-98BD-184E5FE478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8064" y="1420000"/>
            <a:ext cx="3405212" cy="1601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24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  <a:endParaRPr kumimoji="1" lang="en-US" altLang="ja-JP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3279E66-91B9-E5B0-289D-679A9C390B76}"/>
              </a:ext>
            </a:extLst>
          </p:cNvPr>
          <p:cNvSpPr/>
          <p:nvPr userDrawn="1"/>
        </p:nvSpPr>
        <p:spPr>
          <a:xfrm>
            <a:off x="1" y="0"/>
            <a:ext cx="4572000" cy="5143500"/>
          </a:xfrm>
          <a:prstGeom prst="rect">
            <a:avLst/>
          </a:prstGeom>
          <a:solidFill>
            <a:srgbClr val="003E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4" name="タイトル 4">
            <a:extLst>
              <a:ext uri="{FF2B5EF4-FFF2-40B4-BE49-F238E27FC236}">
                <a16:creationId xmlns:a16="http://schemas.microsoft.com/office/drawing/2014/main" id="{8D5C5301-68D0-08C8-3841-44AF0B5B8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417600"/>
            <a:ext cx="4240426" cy="12811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899" b="0" i="0" spc="75" baseline="0">
                <a:solidFill>
                  <a:schemeClr val="bg2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ja-JP" altLang="en-US"/>
              <a:t>ここに表紙タイトルをいれてください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28246F78-FAEB-B2A5-C413-9970FF3D0B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8064" y="1855335"/>
            <a:ext cx="3405212" cy="180145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56901" marR="0" indent="-256901" algn="l" defTabSz="685068" rtl="0" eaLnBrk="1" fontAlgn="auto" latinLnBrk="0" hangingPunct="1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899" b="0" i="0" spc="75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ここに項目をいれてください</a:t>
            </a:r>
            <a:endParaRPr kumimoji="1" lang="en-US" altLang="ja-JP"/>
          </a:p>
          <a:p>
            <a:r>
              <a:rPr lang="ja-JP" altLang="en-US"/>
              <a:t>文字は</a:t>
            </a:r>
            <a:r>
              <a:rPr lang="en-US" altLang="ja-JP"/>
              <a:t>9</a:t>
            </a:r>
            <a:r>
              <a:rPr lang="en" altLang="ja-JP"/>
              <a:t>pt</a:t>
            </a:r>
            <a:r>
              <a:rPr lang="ja-JP" altLang="en-US"/>
              <a:t>が目安です</a:t>
            </a:r>
          </a:p>
          <a:p>
            <a:pPr lvl="0"/>
            <a:r>
              <a:rPr kumimoji="1" lang="ja-JP" altLang="en-US"/>
              <a:t>文字の大きさ・行間は調整できます</a:t>
            </a:r>
          </a:p>
          <a:p>
            <a:pPr marL="256901" marR="0" lvl="0" indent="-256901" algn="l" defTabSz="685068" rtl="0" eaLnBrk="1" fontAlgn="auto" latinLnBrk="0" hangingPunct="1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/>
              <a:t>項目数によって調整してください</a:t>
            </a:r>
          </a:p>
          <a:p>
            <a:pPr lvl="0"/>
            <a:r>
              <a:rPr kumimoji="1" lang="ja-JP" altLang="en-US"/>
              <a:t>項目数によって調整してください</a:t>
            </a:r>
          </a:p>
          <a:p>
            <a:pPr lvl="0"/>
            <a:r>
              <a:rPr kumimoji="1" lang="ja-JP" altLang="en-US"/>
              <a:t>左グレー部分に写真やグラフィックを</a:t>
            </a:r>
            <a:br>
              <a:rPr kumimoji="1" lang="ja-JP" altLang="en-US"/>
            </a:br>
            <a:r>
              <a:rPr kumimoji="1" lang="ja-JP" altLang="en-US"/>
              <a:t>配置することも可能です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226F2A0-D358-454A-309E-267B7F74B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4000" y="137795"/>
            <a:ext cx="502920" cy="457200"/>
          </a:xfrm>
          <a:prstGeom prst="rect">
            <a:avLst/>
          </a:prstGeom>
        </p:spPr>
      </p:pic>
      <p:sp>
        <p:nvSpPr>
          <p:cNvPr id="5" name="テキスト プレースホルダー 18">
            <a:extLst>
              <a:ext uri="{FF2B5EF4-FFF2-40B4-BE49-F238E27FC236}">
                <a16:creationId xmlns:a16="http://schemas.microsoft.com/office/drawing/2014/main" id="{A258234F-761D-CA8C-B19B-31EA0E7D25DA}"/>
              </a:ext>
            </a:extLst>
          </p:cNvPr>
          <p:cNvSpPr txBox="1">
            <a:spLocks/>
          </p:cNvSpPr>
          <p:nvPr userDrawn="1"/>
        </p:nvSpPr>
        <p:spPr>
          <a:xfrm>
            <a:off x="7921437" y="4918031"/>
            <a:ext cx="1037014" cy="610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6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500" b="0" i="0" kern="1200">
                <a:solidFill>
                  <a:schemeClr val="tx1"/>
                </a:solidFill>
                <a:latin typeface="Noto Sans JP" panose="020B0500000000000000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450" b="0" i="0">
                <a:latin typeface="Meiryo" panose="020B0604030504040204" pitchFamily="34" charset="-128"/>
                <a:ea typeface="Meiryo" panose="020B0604030504040204" pitchFamily="34" charset="-128"/>
              </a:rPr>
              <a:t>©T2 inc.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7655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スライドB">
    <p:bg>
      <p:bgPr>
        <a:solidFill>
          <a:srgbClr val="003E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780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スライド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背景パター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1789059-86C1-35B9-35E3-BF30405E09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21" t="779" r="1889" b="1889"/>
          <a:stretch>
            <a:fillRect/>
          </a:stretch>
        </p:blipFill>
        <p:spPr>
          <a:xfrm>
            <a:off x="0" y="0"/>
            <a:ext cx="91858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990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84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2" r:id="rId2"/>
    <p:sldLayoutId id="2147483663" r:id="rId3"/>
    <p:sldLayoutId id="2147483677" r:id="rId4"/>
    <p:sldLayoutId id="2147483661" r:id="rId5"/>
    <p:sldLayoutId id="2147483681" r:id="rId6"/>
    <p:sldLayoutId id="2147483678" r:id="rId7"/>
    <p:sldLayoutId id="2147483679" r:id="rId8"/>
    <p:sldLayoutId id="2147483680" r:id="rId9"/>
    <p:sldLayoutId id="2147483682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4" r:id="rId16"/>
    <p:sldLayoutId id="2147483675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4082" userDrawn="1">
          <p15:clr>
            <a:srgbClr val="F26B43"/>
          </p15:clr>
        </p15:guide>
        <p15:guide id="4" pos="5352" userDrawn="1">
          <p15:clr>
            <a:srgbClr val="F26B43"/>
          </p15:clr>
        </p15:guide>
        <p15:guide id="5" pos="1655" userDrawn="1">
          <p15:clr>
            <a:srgbClr val="F26B43"/>
          </p15:clr>
        </p15:guide>
        <p15:guide id="6" pos="408" userDrawn="1">
          <p15:clr>
            <a:srgbClr val="F26B43"/>
          </p15:clr>
        </p15:guide>
        <p15:guide id="7" orient="horz" pos="2981" userDrawn="1">
          <p15:clr>
            <a:srgbClr val="F26B43"/>
          </p15:clr>
        </p15:guide>
        <p15:guide id="8" orient="horz" pos="37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0000" y="1080000"/>
            <a:ext cx="72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F2A60"/>
                </a:solidFill>
                <a:latin typeface="Meiryo"/>
              </a:rPr>
              <a:t>FoxBox User Scripts
計算仕様書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70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eiryo"/>
              </a:rPr>
              <a:t>target_object / lane_boundary_tracker の処理フローとデータソース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60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eiryo"/>
              </a:rPr>
              <a:t>作成者：平田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96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eiryo"/>
              </a:rPr>
              <a:t>2026.05.27 V1.0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2000"/>
            <a:ext cx="1080000" cy="288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0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2A60"/>
                </a:solidFill>
                <a:latin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1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eiryo"/>
              </a:rPr>
              <a:t>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eiryo"/>
              </a:rPr>
              <a:t>データソースと役割分担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97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eiryo"/>
              </a:rPr>
              <a:t>2つのトピックから異なる情報を取得し、組み合わせて距離計算を行う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440000"/>
            <a:ext cx="3960000" cy="360000"/>
          </a:xfrm>
          <a:prstGeom prst="rect">
            <a:avLst/>
          </a:prstGeom>
          <a:solidFill>
            <a:srgbClr val="E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/t2/object_augmentor/augmented_scene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1872000"/>
            <a:ext cx="39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track_id によるターゲット特定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augmented_objects[].bbox_info.id で検索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→ ターゲットの参照 local_position を取得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レーンデータ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local_lane_segments[].central_curve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local_lane_segments[].left/right_boundary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successor_ids / predecessor_ids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C0000"/>
                </a:solidFill>
                <a:latin typeface="Meiryo"/>
              </a:rPr>
              <a:t>注意: bbox_info.width = 2.5 固定 (バグ)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0" y="1440000"/>
            <a:ext cx="3960000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/t2/bev_detection/objects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0" y="1872000"/>
            <a:ext cx="39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ターゲットの正確な物理データ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detected_objects[].local_position (正確)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detected_objects[].width (正確、フレームで変動)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detected_objects[].position (世界座標)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マッチング方法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augmented_scene の参照座標に最も近い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local_position の物体を探索 (2D距離)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threshold_m (デフォルト5m) 以内で判定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4140000"/>
            <a:ext cx="8460000" cy="360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augmented_scene = 識別 + レーン構造 / bev_detection = ターゲットの正確な位置・寸法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0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2A60"/>
                </a:solidFill>
                <a:latin typeface="Meiry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1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eiryo"/>
              </a:rPr>
              <a:t>処理フロー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eiryo"/>
              </a:rPr>
              <a:t>メッセージ受信から出力までの流れ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080000"/>
            <a:ext cx="540000" cy="648000"/>
          </a:xfrm>
          <a:prstGeom prst="rect">
            <a:avLst/>
          </a:prstGeom>
          <a:solidFill>
            <a:srgbClr val="E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1080000"/>
            <a:ext cx="75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augmented_scene 受信: シーンデータ保存 + track_id 検索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→ local_lane_segments, augmented_objects を module 変数に保存。track_id でターゲットの参照座標を取得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836000"/>
            <a:ext cx="540000" cy="64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1836000"/>
            <a:ext cx="75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bev_detection 受信: 参照座標で最近傍マッチング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→ detected_objects から参照座標に最も近い local_position の物体を探索。width, local_position を保存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592000"/>
            <a:ext cx="540000" cy="648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2592000"/>
            <a:ext cx="75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セグメント結合 (chainLaneBidir)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→ ego segment を特定し、successor_ids / predecessor_ids で前後方向に ID ベース結合。central_curve + 白線を延長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3348000"/>
            <a:ext cx="540000" cy="648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348000"/>
            <a:ext cx="75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SL 座標変換 (Frenet フレーム)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→ ターゲットを central_curve に投影。S = 自車からの道のり距離、L = 道路横方向の垂直距離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4104000"/>
            <a:ext cx="540000" cy="648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4104000"/>
            <a:ext cx="75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白線距離算出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→ 白線の L 値を target の S 位置で補間。distance = target_l - boundary_l - width/2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4860000"/>
            <a:ext cx="540000" cy="648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" y="4860000"/>
            <a:ext cx="75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eiryo"/>
              </a:rPr>
              <a:t>全セグメント白線探索 + 移動平均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→ 92 セグメントの全白線からターゲットに最も近い白線を探索。各距離の 11 点移動平均も出力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0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2A60"/>
                </a:solidFill>
                <a:latin typeface="Meiryo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1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eiryo"/>
              </a:rPr>
              <a:t>フィールド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eiryo"/>
              </a:rPr>
              <a:t>使用フィールドとデータソース対応表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97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eiryo"/>
              </a:rPr>
              <a:t>各計算で使用するフィールドが object_augmentor / bev_detection のどちらに由来するか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0" y="972000"/>
            <a:ext cx="1260000" cy="216000"/>
          </a:xfrm>
          <a:prstGeom prst="rect">
            <a:avLst/>
          </a:prstGeom>
          <a:solidFill>
            <a:srgbClr val="E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Meiryo"/>
              </a:rPr>
              <a:t>augmented_scene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0000" y="972000"/>
            <a:ext cx="1260000" cy="21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Meiryo"/>
              </a:rPr>
              <a:t>bev_detection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1368000"/>
          <a:ext cx="828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2880000"/>
                <a:gridCol w="1080000"/>
                <a:gridCol w="2880000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用途</a:t>
                      </a:r>
                    </a:p>
                  </a:txBody>
                  <a:tcPr>
                    <a:solidFill>
                      <a:srgbClr val="0F2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フィールド</a:t>
                      </a:r>
                    </a:p>
                  </a:txBody>
                  <a:tcPr>
                    <a:solidFill>
                      <a:srgbClr val="0F2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ソース</a:t>
                      </a:r>
                    </a:p>
                  </a:txBody>
                  <a:tcPr>
                    <a:solidFill>
                      <a:srgbClr val="0F2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備考</a:t>
                      </a:r>
                    </a:p>
                  </a:txBody>
                  <a:tcPr>
                    <a:solidFill>
                      <a:srgbClr val="0F2A6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ターゲット特定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track_id (bbox_info.id)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06000"/>
                          </a:solidFill>
                          <a:latin typeface="Meiryo"/>
                        </a:rPr>
                        <a:t>augmented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フレーム間で安定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参照座標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bbox_info.local_position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06000"/>
                          </a:solidFill>
                          <a:latin typeface="Meiryo"/>
                        </a:rPr>
                        <a:t>augmented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bev マッチング用の基準点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ターゲット位置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detected_objects[].local_position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70C0"/>
                          </a:solidFill>
                          <a:latin typeface="Meiryo"/>
                        </a:rPr>
                        <a:t>bev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距離計算に使用 (正確)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ターゲット幅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detected_objects[].width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70C0"/>
                          </a:solidFill>
                          <a:latin typeface="Meiryo"/>
                        </a:rPr>
                        <a:t>bev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edge 距離計算に使用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世界座標 (fallback)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detected_objects[].position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70C0"/>
                          </a:solidFill>
                          <a:latin typeface="Meiryo"/>
                        </a:rPr>
                        <a:t>bev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track_id 未設定時のマッチング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中心線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local_lane_segments[].central_curve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06000"/>
                          </a:solidFill>
                          <a:latin typeface="Meiryo"/>
                        </a:rPr>
                        <a:t>augmented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SL 変換の基準線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左白線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local_lane_segments[].left_boundary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06000"/>
                          </a:solidFill>
                          <a:latin typeface="Meiryo"/>
                        </a:rPr>
                        <a:t>augmented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距離計算対象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右白線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local_lane_segments[].right_boundary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06000"/>
                          </a:solidFill>
                          <a:latin typeface="Meiryo"/>
                        </a:rPr>
                        <a:t>augmented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距離計算対象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セグメント接続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successor_ids / predecessor_ids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06000"/>
                          </a:solidFill>
                          <a:latin typeface="Meiryo"/>
                        </a:rPr>
                        <a:t>augmented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ID ベース結合に使用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0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2A60"/>
                </a:solidFill>
                <a:latin typeface="Meiryo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1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eiryo"/>
              </a:rPr>
              <a:t>SL座標系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eiryo"/>
              </a:rPr>
              <a:t>Frenet フレームによる距離計算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080000"/>
            <a:ext cx="3960000" cy="360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S (Station / 道のり距離)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512000"/>
            <a:ext cx="39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eiryo"/>
              </a:rPr>
              <a:t>自車の central_curve 投影点を S=0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正 = 前方、負 = 後方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道路に沿った弧長 (直線距離ではない)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eiryo"/>
              </a:rPr>
              <a:t>社内 Python 版 vehicle_coord_to_sl と同一規約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計算: t = dot(AP, AB) / |AB|^2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S = cumS[i] + t * |segment|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080000"/>
            <a:ext cx="3960000" cy="360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L (Lateral / 横方向距離)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00" y="1512000"/>
            <a:ext cx="39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eiryo"/>
              </a:rPr>
              <a:t>ターゲットから central_curve への垂直距離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2D 外積で左右の符号を判定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cross = d.x * o.y - d.y * o.x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eiryo"/>
              </a:rPr>
              <a:t>白線距離の算出: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center距離 = target_l - boundary_l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edge距離 = center距離 - width/2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240000"/>
            <a:ext cx="8460000" cy="12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3311999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eiryo"/>
              </a:rPr>
              <a:t>distance_target_edge_to_left_boundary_sl_m の意味: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F2A60"/>
                </a:solidFill>
                <a:latin typeface="Meiryo"/>
              </a:rPr>
              <a:t>SL 座標系の L 方向（道路横方向）でのターゲット車両端〜左白線距離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直線道路では y 軸方向距離とほぼ一致。カーブ区間では道路曲がりに沿った垂直距離。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width は bev_detection から取得 (augmented_scene の width=2.5 は使用しない)。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0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2A60"/>
                </a:solidFill>
                <a:latin typeface="Meiryo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1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eiryo"/>
              </a:rPr>
              <a:t>設定と運用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eiryo"/>
              </a:rPr>
              <a:t>Variables 設定と運用時の注意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080000"/>
            <a:ext cx="3960000" cy="360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Variables (FoxBox Variables パネル)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1512000"/>
          <a:ext cx="396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800000"/>
                <a:gridCol w="900000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Variable</a:t>
                      </a:r>
                    </a:p>
                  </a:txBody>
                  <a:tcPr>
                    <a:solidFill>
                      <a:srgbClr val="0F2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用途</a:t>
                      </a:r>
                    </a:p>
                  </a:txBody>
                  <a:tcPr>
                    <a:solidFill>
                      <a:srgbClr val="0F2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デフォルト</a:t>
                      </a:r>
                    </a:p>
                  </a:txBody>
                  <a:tcPr>
                    <a:solidFill>
                      <a:srgbClr val="0F2A6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track_id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追跡する物体の ID (推奨)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(必須)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target_x / y /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世界座標フォールバック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(track_id 未設定時)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threshold_m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bev マッチング閾値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5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ma_window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iryo"/>
                        </a:rPr>
                        <a:t>移動平均ウィンドウ [点]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555555"/>
                          </a:solidFill>
                          <a:latin typeface="Meiryo"/>
                        </a:rPr>
                        <a:t>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860000" y="1080000"/>
            <a:ext cx="3960000" cy="360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運用時の注意点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00" y="1512000"/>
            <a:ext cx="39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eiryo"/>
              </a:rPr>
              <a:t>■ コマ送り時の挙動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Seek / コマ送りで module 変数がリセット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→ bev_detection 未着の 1 フレームは距離 0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→ 一瞬再生すれば bev データが到着し復帰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eiryo"/>
              </a:rPr>
              <a:t>■ width の取得元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augmented_scene の width=2.5 は使用しない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bev_detection から取得 (target_width_source で確認)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bev 未着時: width=0, edge距離=center距離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555555"/>
                </a:solidFill>
                <a:latin typeface="Meiry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eiryo"/>
              </a:rPr>
              <a:t>■ 移動平均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直近 11 フレームの centered average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_ma サフィックスのフィールドで出力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Meiryo"/>
              </a:rPr>
              <a:t>  5 フレーム分の遅延あり (移動平均の性質上不可避)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140000"/>
            <a:ext cx="8460000" cy="360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スクショ取得時: コマ送りで位置合わせ → 一瞬再生 → target_width_source="bev" を確認 → 停止 → スクショ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dd223c-9c5a-4f36-b8f6-84a2e54aadcf" xsi:nil="true"/>
    <lcf76f155ced4ddcb4097134ff3c332f xmlns="8901bc95-81e6-48a0-a71a-b92a1ffb652f">
      <Terms xmlns="http://schemas.microsoft.com/office/infopath/2007/PartnerControls"/>
    </lcf76f155ced4ddcb4097134ff3c332f>
    <_x65e5__x6642_ xmlns="8901bc95-81e6-48a0-a71a-b92a1ffb652f" xsi:nil="true"/>
    <_x4f5c__x6210__x66f4__x65b0__x65e5__x6642_ xmlns="8901bc95-81e6-48a0-a71a-b92a1ffb652f" xsi:nil="true"/>
    <_x66f4__x65b0__x65e5_ xmlns="8901bc95-81e6-48a0-a71a-b92a1ffb652f">2026-03-12T15:00:00+00:00</_x66f4__x65b0__x65e5_>
  </documentManagement>
</p:properties>
</file>

<file path=customXml/item3.xml><?xml version="1.0" encoding="utf-8"?>
<?mso-contentType ?>
<p:Policy xmlns:p="office.server.policy" id="" local="true">
  <p:Name>ドキュメント</p:Name>
  <p:Description/>
  <p:Statement/>
  <p:PolicyItems>
    <p:PolicyItem featureId="Microsoft.Office.RecordsManagement.PolicyFeatures.PolicyAudit" staticId="0x01010058F9CCB0113356408236A4B8F6952427|1757814118" UniqueId="8e2adf4c-f58e-4af4-ad1e-ef47c71da688">
      <p:Name>監査</p:Name>
      <p:Description>ドキュメントおよびリスト アイテムに対するユーザーの操作を監査し、監査ログに記録します。</p:Description>
      <p:CustomData>
        <Audit>
          <Update/>
          <CheckInOut/>
          <MoveCopy/>
          <DeleteRestore/>
        </Audit>
      </p:CustomData>
    </p:PolicyItem>
  </p:PolicyItems>
</p:Policy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F9CCB0113356408236A4B8F6952427" ma:contentTypeVersion="25" ma:contentTypeDescription="新しいドキュメントを作成します。" ma:contentTypeScope="" ma:versionID="3ec973c49f97dd569c367051fe906ff5">
  <xsd:schema xmlns:xsd="http://www.w3.org/2001/XMLSchema" xmlns:xs="http://www.w3.org/2001/XMLSchema" xmlns:p="http://schemas.microsoft.com/office/2006/metadata/properties" xmlns:ns1="http://schemas.microsoft.com/sharepoint/v3" xmlns:ns2="8901bc95-81e6-48a0-a71a-b92a1ffb652f" xmlns:ns3="06dd223c-9c5a-4f36-b8f6-84a2e54aadcf" targetNamespace="http://schemas.microsoft.com/office/2006/metadata/properties" ma:root="true" ma:fieldsID="1d4279e8ad66c402d9dfc68fbd4bb975" ns1:_="" ns2:_="" ns3:_="">
    <xsd:import namespace="http://schemas.microsoft.com/sharepoint/v3"/>
    <xsd:import namespace="8901bc95-81e6-48a0-a71a-b92a1ffb652f"/>
    <xsd:import namespace="06dd223c-9c5a-4f36-b8f6-84a2e54aad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  <xsd:element ref="ns1:_dlc_Exempt" minOccurs="0"/>
                <xsd:element ref="ns2:_x65e5__x6642_" minOccurs="0"/>
                <xsd:element ref="ns2:_x4f5c__x6210__x66f4__x65b0__x65e5__x6642_" minOccurs="0"/>
                <xsd:element ref="ns2:_x66f4__x65b0__x65e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24" nillable="true" ma:displayName="ポリシー適用除外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1bc95-81e6-48a0-a71a-b92a1ffb65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a1778db4-825e-4afc-b489-17ce986348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65e5__x6642_" ma:index="25" nillable="true" ma:displayName="日時" ma:format="DateTime" ma:internalName="_x65e5__x6642_">
      <xsd:simpleType>
        <xsd:restriction base="dms:DateTime"/>
      </xsd:simpleType>
    </xsd:element>
    <xsd:element name="_x4f5c__x6210__x66f4__x65b0__x65e5__x6642_" ma:index="26" nillable="true" ma:displayName="作成更新日時" ma:format="DateTime" ma:internalName="_x4f5c__x6210__x66f4__x65b0__x65e5__x6642_">
      <xsd:simpleType>
        <xsd:restriction base="dms:DateTime"/>
      </xsd:simpleType>
    </xsd:element>
    <xsd:element name="_x66f4__x65b0__x65e5_" ma:index="27" nillable="true" ma:displayName="更新日" ma:default="2026-03-12T15:00:00.000Z" ma:format="DateOnly" ma:internalName="_x66f4__x65b0__x65e5_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dd223c-9c5a-4f36-b8f6-84a2e54aadc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6b16046-c3bb-4d96-9068-0e8527f2ddbe}" ma:internalName="TaxCatchAll" ma:showField="CatchAllData" ma:web="06dd223c-9c5a-4f36-b8f6-84a2e54aad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PolicyDirtyBag xmlns="microsoft.office.server.policy.changes">
  <Microsoft.Office.RecordsManagement.PolicyFeatures.PolicyAudit op="Change"/>
</PolicyDirtyBag>
</file>

<file path=customXml/itemProps1.xml><?xml version="1.0" encoding="utf-8"?>
<ds:datastoreItem xmlns:ds="http://schemas.openxmlformats.org/officeDocument/2006/customXml" ds:itemID="{3C3268D3-10D0-4D6A-BDCF-A8AFB6C494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84D7EF-1E1D-4632-AC32-EC7652A552DB}">
  <ds:schemaRefs>
    <ds:schemaRef ds:uri="06dd223c-9c5a-4f36-b8f6-84a2e54aadcf"/>
    <ds:schemaRef ds:uri="8901bc95-81e6-48a0-a71a-b92a1ffb652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AE0B065-2C21-40CE-88FA-08DFE04005A8}">
  <ds:schemaRefs>
    <ds:schemaRef ds:uri="office.server.policy"/>
  </ds:schemaRefs>
</ds:datastoreItem>
</file>

<file path=customXml/itemProps4.xml><?xml version="1.0" encoding="utf-8"?>
<ds:datastoreItem xmlns:ds="http://schemas.openxmlformats.org/officeDocument/2006/customXml" ds:itemID="{A7863FA0-C11C-4478-8F7F-FF98EE94FA9D}">
  <ds:schemaRefs>
    <ds:schemaRef ds:uri="06dd223c-9c5a-4f36-b8f6-84a2e54aadcf"/>
    <ds:schemaRef ds:uri="8901bc95-81e6-48a0-a71a-b92a1ffb65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5CD554C2-0AA5-4E20-9FEB-FFD516C9F697}">
  <ds:schemaRefs>
    <ds:schemaRef ds:uri="microsoft.office.server.policy.changes"/>
  </ds:schemaRefs>
</ds:datastoreItem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951</Words>
  <Application>Microsoft Office PowerPoint</Application>
  <PresentationFormat>ワイド画面</PresentationFormat>
  <Paragraphs>182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Meiryo</vt:lpstr>
      <vt:lpstr>Meiryo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Nakamura, Yoshitaka (FRONTAGE)</dc:creator>
  <cp:lastModifiedBy>Shintaro Hirata</cp:lastModifiedBy>
  <cp:revision>5</cp:revision>
  <dcterms:created xsi:type="dcterms:W3CDTF">2025-09-28T14:38:09Z</dcterms:created>
  <dcterms:modified xsi:type="dcterms:W3CDTF">2026-05-27T03:45:27Z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0x01010058F9CCB0113356408236A4B8F6952427</vt:lpwstr>
  </property>
  <property fmtid="{D5CDD505-2E9C-101B-9397-08002B2CF9AE}" pid="3" name="MediaServiceImageTags">
    <vt:lpwstr/>
  </property>
</Properties>
</file>